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32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Management Platform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test PASS  |  10 tecnici  |  22 moduli  |  Zero downtime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 —  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Prima di Syntoniqa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4h+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1168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 risposta urgenze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01168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Chiamate, WhatsApp, fogli Excel per coordinare i tecnici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B73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01168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SLA automatico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monitoraggio dei tempi di intervento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888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01168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Visibilità sul campo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non sa chi è dove e che lavoro sta facendo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854D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01168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 dati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KPI, nessun trend, decisioni a istinto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0"/>
            <a:ext cx="9144000" cy="16459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piattaforma.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Tutto sotto controllo.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+ Cloudflare Workers + Supabase + AI + Telegram Bot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3474720"/>
            <a:ext cx="196596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sezioni, 17 modali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3474720"/>
            <a:ext cx="196596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Text 9"/>
          <p:cNvSpPr/>
          <p:nvPr/>
        </p:nvSpPr>
        <p:spPr>
          <a:xfrm>
            <a:off x="271576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1576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pagine, offline-ready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3474720"/>
            <a:ext cx="1965960" cy="36576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 + AI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comandi + analisi foto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3474720"/>
            <a:ext cx="1965960" cy="10972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3474720"/>
            <a:ext cx="1965960" cy="3657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3448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3 canali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13448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Push, Email, Telegram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8595360" cy="320040"/>
          </a:xfrm>
          <a:prstGeom prst="rect">
            <a:avLst/>
          </a:prstGeom>
          <a:solidFill>
            <a:srgbClr val="2D2D2D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731520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731520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731520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syntoniqa-mrs-api.fieldforcemrser.workers.dev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3886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960120"/>
            <a:ext cx="1371600" cy="3886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051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417320"/>
            <a:ext cx="1371600" cy="2743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417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11480" y="1709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20025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11480" y="2295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2587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2880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Macchine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172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11480" y="34655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" y="3758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1480" y="40507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828800" y="1097280"/>
            <a:ext cx="16002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28800" y="1097280"/>
            <a:ext cx="1600200" cy="2743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5" name="Text 23"/>
          <p:cNvSpPr/>
          <p:nvPr/>
        </p:nvSpPr>
        <p:spPr>
          <a:xfrm>
            <a:off x="1920240" y="11155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92024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Aperte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566160" y="1097280"/>
            <a:ext cx="16002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66160" y="1097280"/>
            <a:ext cx="1600200" cy="27432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0" y="11155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65760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Oggi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303520" y="1097280"/>
            <a:ext cx="16002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2" name="Shape 30"/>
          <p:cNvSpPr/>
          <p:nvPr/>
        </p:nvSpPr>
        <p:spPr>
          <a:xfrm>
            <a:off x="5303520" y="1097280"/>
            <a:ext cx="1600200" cy="27432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33" name="Text 31"/>
          <p:cNvSpPr/>
          <p:nvPr/>
        </p:nvSpPr>
        <p:spPr>
          <a:xfrm>
            <a:off x="5394960" y="11155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B73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39496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Pendenti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040880" y="1097280"/>
            <a:ext cx="16002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6" name="Shape 34"/>
          <p:cNvSpPr/>
          <p:nvPr/>
        </p:nvSpPr>
        <p:spPr>
          <a:xfrm>
            <a:off x="7040880" y="1097280"/>
            <a:ext cx="1600200" cy="27432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37" name="Text 35"/>
          <p:cNvSpPr/>
          <p:nvPr/>
        </p:nvSpPr>
        <p:spPr>
          <a:xfrm>
            <a:off x="7132320" y="11155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0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7/10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13232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 Attivi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828800" y="2011680"/>
            <a:ext cx="7132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0" name="Text 38"/>
          <p:cNvSpPr/>
          <p:nvPr/>
        </p:nvSpPr>
        <p:spPr>
          <a:xfrm>
            <a:off x="1920240" y="20116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Cliente              Priorità         Tecnico          SLA              Stato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828800" y="2304288"/>
            <a:ext cx="7132320" cy="25603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2" name="Text 40"/>
          <p:cNvSpPr/>
          <p:nvPr/>
        </p:nvSpPr>
        <p:spPr>
          <a:xfrm>
            <a:off x="1920240" y="230428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URG_042    Az. Rossi              Alta            Jacopo           OK                Assegnata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828800" y="2578608"/>
            <a:ext cx="7132320" cy="2560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4" name="Text 42"/>
          <p:cNvSpPr/>
          <p:nvPr/>
        </p:nvSpPr>
        <p:spPr>
          <a:xfrm>
            <a:off x="1920240" y="257860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URG_041    Coop Verdi             Critica          Giovanni         WARNING      In Corso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828800" y="2852928"/>
            <a:ext cx="7132320" cy="25603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6" name="Text 44"/>
          <p:cNvSpPr/>
          <p:nvPr/>
        </p:nvSpPr>
        <p:spPr>
          <a:xfrm>
            <a:off x="1920240" y="28529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URG_040    Latteria Bianchi      Media           Anton             OK                Schedulata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828800" y="3127248"/>
            <a:ext cx="7132320" cy="2560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8" name="Text 46"/>
          <p:cNvSpPr/>
          <p:nvPr/>
        </p:nvSpPr>
        <p:spPr>
          <a:xfrm>
            <a:off x="1920240" y="31272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URG_039    Az. Neri                Bassa           Fabio             OK                Aperta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828800" y="3401568"/>
            <a:ext cx="7132320" cy="25603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0" name="Text 48"/>
          <p:cNvSpPr/>
          <p:nvPr/>
        </p:nvSpPr>
        <p:spPr>
          <a:xfrm>
            <a:off x="1920240" y="34015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URG_038    Stalla Gialli           Alta            Giuseppe         CRITICAL       Assegnata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5303520" y="3749040"/>
            <a:ext cx="3657600" cy="155448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37947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/ Settimana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577840" y="4700016"/>
            <a:ext cx="274320" cy="32918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6016752" y="4453128"/>
            <a:ext cx="274320" cy="576072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6" name="Text 54"/>
          <p:cNvSpPr/>
          <p:nvPr/>
        </p:nvSpPr>
        <p:spPr>
          <a:xfrm>
            <a:off x="6016752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6455664" y="4617720"/>
            <a:ext cx="274320" cy="41148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8" name="Text 56"/>
          <p:cNvSpPr/>
          <p:nvPr/>
        </p:nvSpPr>
        <p:spPr>
          <a:xfrm>
            <a:off x="6455664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6894576" y="4288536"/>
            <a:ext cx="274320" cy="7406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60" name="Text 58"/>
          <p:cNvSpPr/>
          <p:nvPr/>
        </p:nvSpPr>
        <p:spPr>
          <a:xfrm>
            <a:off x="6894576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7333488" y="4535424"/>
            <a:ext cx="274320" cy="4937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62" name="Text 60"/>
          <p:cNvSpPr/>
          <p:nvPr/>
        </p:nvSpPr>
        <p:spPr>
          <a:xfrm>
            <a:off x="7333488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7772400" y="4370832"/>
            <a:ext cx="274320" cy="658368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64" name="Text 62"/>
          <p:cNvSpPr/>
          <p:nvPr/>
        </p:nvSpPr>
        <p:spPr>
          <a:xfrm>
            <a:off x="7772400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8211312" y="4206240"/>
            <a:ext cx="274320" cy="8229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66" name="Text 64"/>
          <p:cNvSpPr/>
          <p:nvPr/>
        </p:nvSpPr>
        <p:spPr>
          <a:xfrm>
            <a:off x="8211312" y="50749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600" dirty="0"/>
          </a:p>
        </p:txBody>
      </p:sp>
      <p:sp>
        <p:nvSpPr>
          <p:cNvPr id="67" name="Shape 65"/>
          <p:cNvSpPr/>
          <p:nvPr/>
        </p:nvSpPr>
        <p:spPr>
          <a:xfrm>
            <a:off x="1828800" y="3749040"/>
            <a:ext cx="3291840" cy="1554480"/>
          </a:xfrm>
          <a:prstGeom prst="rect">
            <a:avLst/>
          </a:prstGeom>
          <a:solidFill>
            <a:srgbClr val="1B2631"/>
          </a:solidFill>
          <a:ln/>
        </p:spPr>
      </p:sp>
      <p:sp>
        <p:nvSpPr>
          <p:cNvPr id="68" name="Text 66"/>
          <p:cNvSpPr/>
          <p:nvPr/>
        </p:nvSpPr>
        <p:spPr>
          <a:xfrm>
            <a:off x="1920240" y="379476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 Operativa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560320" y="3931920"/>
            <a:ext cx="109728" cy="109728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70" name="Shape 68"/>
          <p:cNvSpPr/>
          <p:nvPr/>
        </p:nvSpPr>
        <p:spPr>
          <a:xfrm>
            <a:off x="3017520" y="3657600"/>
            <a:ext cx="109728" cy="109728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71" name="Shape 69"/>
          <p:cNvSpPr/>
          <p:nvPr/>
        </p:nvSpPr>
        <p:spPr>
          <a:xfrm>
            <a:off x="3749040" y="3749040"/>
            <a:ext cx="109728" cy="109728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72" name="Shape 70"/>
          <p:cNvSpPr/>
          <p:nvPr/>
        </p:nvSpPr>
        <p:spPr>
          <a:xfrm>
            <a:off x="2834640" y="4206240"/>
            <a:ext cx="109728" cy="109728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73" name="Shape 71"/>
          <p:cNvSpPr/>
          <p:nvPr/>
        </p:nvSpPr>
        <p:spPr>
          <a:xfrm>
            <a:off x="3474720" y="4114800"/>
            <a:ext cx="109728" cy="109728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74" name="Shape 72"/>
          <p:cNvSpPr/>
          <p:nvPr/>
        </p:nvSpPr>
        <p:spPr>
          <a:xfrm>
            <a:off x="4114800" y="3840480"/>
            <a:ext cx="109728" cy="109728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75" name="Shape 73"/>
          <p:cNvSpPr/>
          <p:nvPr/>
        </p:nvSpPr>
        <p:spPr>
          <a:xfrm>
            <a:off x="2377440" y="3749040"/>
            <a:ext cx="109728" cy="109728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1840" y="4297680"/>
            <a:ext cx="109728" cy="109728"/>
          </a:xfrm>
          <a:prstGeom prst="ellipse">
            <a:avLst/>
          </a:prstGeom>
          <a:solidFill>
            <a:srgbClr val="17C0EB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 PWA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Installabile come app nativa.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Funziona su qualsiasi smartphone.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64592" cy="164592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assegnate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1762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 push, presa in carico, risoluzione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164592" cy="164592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del giorno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770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interventi con dettagli cliente e macchina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3154680"/>
            <a:ext cx="164592" cy="164592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3649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 dal campo in 3 tap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164592" cy="164592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Navigazione GPS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959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tap per aprire Google Maps verso il cliente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64592" cy="164592"/>
          </a:xfrm>
          <a:prstGeom prst="ellipse">
            <a:avLst/>
          </a:prstGeom>
          <a:solidFill>
            <a:srgbClr val="17C0E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team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Messaggi, allegati, menzioni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274320"/>
            <a:ext cx="2377440" cy="4572000"/>
          </a:xfrm>
          <a:prstGeom prst="roundRect">
            <a:avLst>
              <a:gd name="adj" fmla="val 5769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74920" y="320040"/>
            <a:ext cx="228600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320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074920" y="502920"/>
            <a:ext cx="2286000" cy="40690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5852160" y="466344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4920" y="502920"/>
            <a:ext cx="2286000" cy="3200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5212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48072" y="914400"/>
            <a:ext cx="2139696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7" name="Shape 25"/>
          <p:cNvSpPr/>
          <p:nvPr/>
        </p:nvSpPr>
        <p:spPr>
          <a:xfrm>
            <a:off x="5148072" y="914400"/>
            <a:ext cx="36576" cy="4572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8" name="Text 26"/>
          <p:cNvSpPr/>
          <p:nvPr/>
        </p:nvSpPr>
        <p:spPr>
          <a:xfrm>
            <a:off x="5257800" y="9418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1143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148072" y="1463040"/>
            <a:ext cx="2139696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072" y="1463040"/>
            <a:ext cx="36576" cy="4572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2" name="Text 30"/>
          <p:cNvSpPr/>
          <p:nvPr/>
        </p:nvSpPr>
        <p:spPr>
          <a:xfrm>
            <a:off x="5257800" y="14904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Oggi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16916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interventi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48072" y="2011680"/>
            <a:ext cx="2139696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5" name="Shape 33"/>
          <p:cNvSpPr/>
          <p:nvPr/>
        </p:nvSpPr>
        <p:spPr>
          <a:xfrm>
            <a:off x="5148072" y="2011680"/>
            <a:ext cx="36576" cy="45720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36" name="Text 34"/>
          <p:cNvSpPr/>
          <p:nvPr/>
        </p:nvSpPr>
        <p:spPr>
          <a:xfrm>
            <a:off x="5257800" y="20391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22402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7B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in attesa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074920" y="4251960"/>
            <a:ext cx="2286000" cy="320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0" y="4279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550" dirty="0"/>
          </a:p>
        </p:txBody>
      </p:sp>
      <p:sp>
        <p:nvSpPr>
          <p:cNvPr id="40" name="Text 38"/>
          <p:cNvSpPr/>
          <p:nvPr/>
        </p:nvSpPr>
        <p:spPr>
          <a:xfrm>
            <a:off x="5559552" y="4279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550" dirty="0"/>
          </a:p>
        </p:txBody>
      </p:sp>
      <p:sp>
        <p:nvSpPr>
          <p:cNvPr id="41" name="Text 39"/>
          <p:cNvSpPr/>
          <p:nvPr/>
        </p:nvSpPr>
        <p:spPr>
          <a:xfrm>
            <a:off x="5998464" y="4279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6437376" y="4279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</a:t>
            </a:r>
            <a:endParaRPr lang="en-US" sz="550" dirty="0"/>
          </a:p>
        </p:txBody>
      </p:sp>
      <p:sp>
        <p:nvSpPr>
          <p:cNvPr id="43" name="Text 41"/>
          <p:cNvSpPr/>
          <p:nvPr/>
        </p:nvSpPr>
        <p:spPr>
          <a:xfrm>
            <a:off x="6876288" y="427939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Profilo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589520" y="731520"/>
            <a:ext cx="1371600" cy="274320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635240" y="777240"/>
            <a:ext cx="12801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0" y="7772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635240" y="960120"/>
            <a:ext cx="1280160" cy="2240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7909560" y="3291840"/>
            <a:ext cx="73152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49" name="Shape 47"/>
          <p:cNvSpPr/>
          <p:nvPr/>
        </p:nvSpPr>
        <p:spPr>
          <a:xfrm>
            <a:off x="7635240" y="960120"/>
            <a:ext cx="128016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0" name="Text 48"/>
          <p:cNvSpPr/>
          <p:nvPr/>
        </p:nvSpPr>
        <p:spPr>
          <a:xfrm>
            <a:off x="7680960" y="9784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Urgenza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08392" y="1234440"/>
            <a:ext cx="1133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URG_042</a:t>
            </a:r>
            <a:endParaRPr lang="en-US" sz="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Az. Rossi</a:t>
            </a:r>
            <a:endParaRPr lang="en-US" sz="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Parma</a:t>
            </a:r>
            <a:endParaRPr lang="en-US" sz="600" dirty="0"/>
          </a:p>
          <a:p>
            <a:pPr indent="0" marL="0">
              <a:lnSpc>
                <a:spcPct val="130000"/>
              </a:lnSpc>
              <a:buNone/>
            </a:pPr>
            <a:endParaRPr lang="en-US" sz="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A5 bloccato</a:t>
            </a:r>
            <a:endParaRPr lang="en-US" sz="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Priorita: ALTA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7708392" y="2651760"/>
            <a:ext cx="1133856" cy="201168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3" name="Text 51"/>
          <p:cNvSpPr/>
          <p:nvPr/>
        </p:nvSpPr>
        <p:spPr>
          <a:xfrm>
            <a:off x="7708392" y="265176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VADO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7708392" y="2880360"/>
            <a:ext cx="1133856" cy="201168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55" name="Text 53"/>
          <p:cNvSpPr/>
          <p:nvPr/>
        </p:nvSpPr>
        <p:spPr>
          <a:xfrm>
            <a:off x="7708392" y="288036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 +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tecnici lavorano da Telegram.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analizza foto e testo.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114800" cy="3291840"/>
          </a:xfrm>
          <a:prstGeom prst="rect">
            <a:avLst/>
          </a:prstGeom>
          <a:solidFill>
            <a:srgbClr val="0E162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114800" cy="320040"/>
          </a:xfrm>
          <a:prstGeom prst="rect">
            <a:avLst/>
          </a:prstGeom>
          <a:solidFill>
            <a:srgbClr val="1C2B3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 Bot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68880" y="2011680"/>
            <a:ext cx="1920240" cy="256032"/>
          </a:xfrm>
          <a:prstGeom prst="rect">
            <a:avLst/>
          </a:prstGeom>
          <a:solidFill>
            <a:srgbClr val="2B5278"/>
          </a:solidFill>
          <a:ln/>
        </p:spPr>
      </p:sp>
      <p:sp>
        <p:nvSpPr>
          <p:cNvPr id="8" name="Text 6"/>
          <p:cNvSpPr/>
          <p:nvPr/>
        </p:nvSpPr>
        <p:spPr>
          <a:xfrm>
            <a:off x="2542032" y="202996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3200400" cy="694944"/>
          </a:xfrm>
          <a:prstGeom prst="rect">
            <a:avLst/>
          </a:prstGeom>
          <a:solidFill>
            <a:srgbClr val="1C2B3A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395728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aperte: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URG_042 - Az. Rossi - Robot A5 bloccato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URG_041 - Coop Verdi - Sensore guasto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URG_040 - Latteria Bianchi - PM Q1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468880" y="3383280"/>
            <a:ext cx="1920240" cy="256032"/>
          </a:xfrm>
          <a:prstGeom prst="rect">
            <a:avLst/>
          </a:prstGeom>
          <a:solidFill>
            <a:srgbClr val="2B5278"/>
          </a:solidFill>
          <a:ln/>
        </p:spPr>
      </p:sp>
      <p:sp>
        <p:nvSpPr>
          <p:cNvPr id="12" name="Text 10"/>
          <p:cNvSpPr/>
          <p:nvPr/>
        </p:nvSpPr>
        <p:spPr>
          <a:xfrm>
            <a:off x="2542032" y="340156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 1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200400" cy="548640"/>
          </a:xfrm>
          <a:prstGeom prst="rect">
            <a:avLst/>
          </a:prstGeom>
          <a:solidFill>
            <a:srgbClr val="1C2B3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721608"/>
            <a:ext cx="3054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preso in carico URG_042.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Cliente: Az. Rossi, Parma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Naviga: maps.google.com/...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0" y="1965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urgenza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2240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2240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Inizia lavoro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2514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2514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con note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27889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7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2788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urgenze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0" y="3063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3063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di oggi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54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3337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36118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611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 ricambio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0" y="3886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Foto/testo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analizza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4251960"/>
            <a:ext cx="384048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029200" y="4251960"/>
            <a:ext cx="3840480" cy="27432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Vision: invia foto guasto, l'AI identifica il problema e crea urgenza automaticamente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Sicurezza &amp; Access Control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36576" cy="10515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Token-based con scadenza, refresh automatico, hash bcrypt per password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36576" cy="10515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Ruoli RBAC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5087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&gt; caposquadra &gt; senior &gt; tecnico &gt; junior — ogni ruolo vede solo i propri dati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331720"/>
            <a:ext cx="36576" cy="105156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04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Completo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2743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workflow_log registra ogni azione: chi, cosa, quando, con IP e user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331720"/>
            <a:ext cx="36576" cy="105156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404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Delete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2743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'obsoleto' — nessun dato viene mai cancellato fisicamente dal database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566160"/>
            <a:ext cx="36576" cy="105156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Whitelist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domini autorizzati: GitHub Pages, app.syntoniqa.app, localhost dev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566160"/>
            <a:ext cx="4114800" cy="10515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3566160"/>
            <a:ext cx="36576" cy="1051560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Sanitization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normalizeBody + getFields filtrano e validano ogni input prima dell'elaborazione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 Urgenze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280160" cy="4114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91640" y="1005840"/>
            <a:ext cx="1280160" cy="41148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6" name="Text 4"/>
          <p:cNvSpPr/>
          <p:nvPr/>
        </p:nvSpPr>
        <p:spPr>
          <a:xfrm>
            <a:off x="169164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08960" y="1005840"/>
            <a:ext cx="1280160" cy="41148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26280" y="1005840"/>
            <a:ext cx="1280160" cy="41148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005840"/>
            <a:ext cx="1280160" cy="41148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60920" y="1005840"/>
            <a:ext cx="1280160" cy="41148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1005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5448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23760" y="1211580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194560"/>
            <a:ext cx="914400" cy="347472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194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63040" y="2194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i tempi previsti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21945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651760"/>
            <a:ext cx="914400" cy="347472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6517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63040" y="2651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quasi esaurito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0" y="26517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B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75-89%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91440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089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463040" y="3108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in breach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0" y="31089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90-99%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914400" cy="34747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3566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BREACH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463040" y="3566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violato, escalation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0" y="35661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100%+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0" y="1737360"/>
            <a:ext cx="3840480" cy="22860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029200" y="1737360"/>
            <a:ext cx="3840480" cy="2743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9" name="Text 37"/>
          <p:cNvSpPr/>
          <p:nvPr/>
        </p:nvSpPr>
        <p:spPr>
          <a:xfrm>
            <a:off x="516636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Automatica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66360" y="2194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Urgenza assegnata da &gt;4h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senza 'in corso':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66360" y="26517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Telegram privato al tecnico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Telegram all'admin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Email al responsabile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SLA marcato CRITICAL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4206240"/>
            <a:ext cx="8412480" cy="5029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ogni 15 minuti: controlla SLA, invia reminder interventi domani, sollecita ordini &gt;7 giorni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Notifiche Multi-canale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Nuova urgenza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105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Assegnazione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494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Warning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883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Breach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Ordine aggiornato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2011680" cy="34747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5661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Intervento domani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51760" y="2560320"/>
            <a:ext cx="548640" cy="0"/>
          </a:xfrm>
          <a:prstGeom prst="line">
            <a:avLst/>
          </a:prstGeom>
          <a:noFill/>
          <a:ln w="25400">
            <a:solidFill>
              <a:srgbClr val="C30A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2011680"/>
            <a:ext cx="2011680" cy="1097280"/>
          </a:xfrm>
          <a:prstGeom prst="rect">
            <a:avLst/>
          </a:prstGeom>
          <a:solidFill>
            <a:srgbClr val="C30A14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20116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577840" y="2560320"/>
            <a:ext cx="548640" cy="0"/>
          </a:xfrm>
          <a:prstGeom prst="line">
            <a:avLst/>
          </a:prstGeom>
          <a:noFill/>
          <a:ln w="25400">
            <a:solidFill>
              <a:srgbClr val="C30A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46304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463040"/>
            <a:ext cx="36576" cy="8229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Browser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1810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Anche con browser chiuso. Service Worker.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46888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468880"/>
            <a:ext cx="36576" cy="8229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(Resend)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46520" y="28163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Formattata HTML. SLA breach + admin alerts.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0" y="3474720"/>
            <a:ext cx="2560320" cy="82296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3474720"/>
            <a:ext cx="36576" cy="82296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3822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Privato al tecnico + gruppo MRS.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8412480" cy="5029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Anti-duplicato: notification ID per giorno previene invii multipli dello stesso alert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&amp; Analytics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8595360" cy="420624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22960"/>
            <a:ext cx="1920240" cy="109728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868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risolte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questo mese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737360" y="1371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822960"/>
            <a:ext cx="1920240" cy="109728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868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2.4h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97480" y="1371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risoluzione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840480" y="1371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1920240" cy="109728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868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43600" y="1371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66560" y="822960"/>
            <a:ext cx="1920240" cy="109728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868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156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03720" y="1371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completati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046720" y="1371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03120"/>
            <a:ext cx="5303520" cy="2560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1945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Urgenze — Ultimi 30 giorni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12648" y="3703320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41832" y="3538728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3730752"/>
            <a:ext cx="329184" cy="-164592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71016" y="3867912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69264" y="3566160"/>
            <a:ext cx="329184" cy="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00200" y="3209544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9" name="Shape 27"/>
          <p:cNvSpPr/>
          <p:nvPr/>
        </p:nvSpPr>
        <p:spPr>
          <a:xfrm>
            <a:off x="1298448" y="3895344"/>
            <a:ext cx="329184" cy="-658368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29384" y="3374136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1" name="Shape 29"/>
          <p:cNvSpPr/>
          <p:nvPr/>
        </p:nvSpPr>
        <p:spPr>
          <a:xfrm>
            <a:off x="1627632" y="3236976"/>
            <a:ext cx="329184" cy="164592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58568" y="3044952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3" name="Shape 31"/>
          <p:cNvSpPr/>
          <p:nvPr/>
        </p:nvSpPr>
        <p:spPr>
          <a:xfrm>
            <a:off x="1956816" y="3401568"/>
            <a:ext cx="329184" cy="-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3538728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5" name="Shape 33"/>
          <p:cNvSpPr/>
          <p:nvPr/>
        </p:nvSpPr>
        <p:spPr>
          <a:xfrm>
            <a:off x="2286000" y="3072384"/>
            <a:ext cx="329184" cy="493776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16936" y="2880360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615184" y="3566160"/>
            <a:ext cx="329184" cy="-658368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46120" y="3209544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9" name="Shape 37"/>
          <p:cNvSpPr/>
          <p:nvPr/>
        </p:nvSpPr>
        <p:spPr>
          <a:xfrm>
            <a:off x="2944368" y="2907792"/>
            <a:ext cx="329184" cy="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75304" y="2715768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1" name="Shape 39"/>
          <p:cNvSpPr/>
          <p:nvPr/>
        </p:nvSpPr>
        <p:spPr>
          <a:xfrm>
            <a:off x="3273552" y="3236976"/>
            <a:ext cx="329184" cy="-493776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88" y="3044952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3" name="Shape 41"/>
          <p:cNvSpPr/>
          <p:nvPr/>
        </p:nvSpPr>
        <p:spPr>
          <a:xfrm>
            <a:off x="3602736" y="2743200"/>
            <a:ext cx="329184" cy="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33672" y="3374136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5" name="Shape 43"/>
          <p:cNvSpPr/>
          <p:nvPr/>
        </p:nvSpPr>
        <p:spPr>
          <a:xfrm>
            <a:off x="3931920" y="3072384"/>
            <a:ext cx="329184" cy="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62856" y="2880360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7" name="Shape 45"/>
          <p:cNvSpPr/>
          <p:nvPr/>
        </p:nvSpPr>
        <p:spPr>
          <a:xfrm>
            <a:off x="4261104" y="3401568"/>
            <a:ext cx="329184" cy="-493776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92040" y="3209544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590288" y="2907792"/>
            <a:ext cx="329184" cy="329184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21224" y="3044952"/>
            <a:ext cx="54864" cy="54864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51" name="Shape 49"/>
          <p:cNvSpPr/>
          <p:nvPr/>
        </p:nvSpPr>
        <p:spPr>
          <a:xfrm>
            <a:off x="4919472" y="3236976"/>
            <a:ext cx="329184" cy="-164592"/>
          </a:xfrm>
          <a:prstGeom prst="line">
            <a:avLst/>
          </a:prstGeom>
          <a:noFill/>
          <a:ln w="12700">
            <a:solidFill>
              <a:srgbClr val="3B7EF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3600" y="2103120"/>
            <a:ext cx="2743200" cy="2560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3" name="Text 51"/>
          <p:cNvSpPr/>
          <p:nvPr/>
        </p:nvSpPr>
        <p:spPr>
          <a:xfrm>
            <a:off x="6035040" y="21945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Tecnici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035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949440" y="2633472"/>
            <a:ext cx="1344168" cy="12801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6" name="Text 54"/>
          <p:cNvSpPr/>
          <p:nvPr/>
        </p:nvSpPr>
        <p:spPr>
          <a:xfrm>
            <a:off x="82296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035040" y="29443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949440" y="3017520"/>
            <a:ext cx="1303020" cy="12801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9" name="Text 57"/>
          <p:cNvSpPr/>
          <p:nvPr/>
        </p:nvSpPr>
        <p:spPr>
          <a:xfrm>
            <a:off x="8229600" y="29443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035040" y="33284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Giovanni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6949440" y="3401568"/>
            <a:ext cx="1261872" cy="12801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2" name="Text 60"/>
          <p:cNvSpPr/>
          <p:nvPr/>
        </p:nvSpPr>
        <p:spPr>
          <a:xfrm>
            <a:off x="8229600" y="33284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035040" y="37124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Fabio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6949440" y="3785616"/>
            <a:ext cx="1207008" cy="12801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0" y="37124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035040" y="4096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Giuseppe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6949440" y="4169664"/>
            <a:ext cx="1165860" cy="12801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68" name="Text 66"/>
          <p:cNvSpPr/>
          <p:nvPr/>
        </p:nvSpPr>
        <p:spPr>
          <a:xfrm>
            <a:off x="8229600" y="40965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L'impatto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1115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1115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1155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risposta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554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0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-75%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tracking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05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Comunicazione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canali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00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Pianificazione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54D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e KPI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74320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C0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NEW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 Team — 10 Persone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Marcello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0" y="118872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031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40280" y="224028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2"/>
          <p:cNvSpPr/>
          <p:nvPr/>
        </p:nvSpPr>
        <p:spPr>
          <a:xfrm>
            <a:off x="224028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Caposquadra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74904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7" name="Text 15"/>
          <p:cNvSpPr/>
          <p:nvPr/>
        </p:nvSpPr>
        <p:spPr>
          <a:xfrm>
            <a:off x="420624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4048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77640" y="224028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8640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0" y="118872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784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224028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223760" y="100584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80960" y="1188720"/>
            <a:ext cx="640080" cy="640080"/>
          </a:xfrm>
          <a:prstGeom prst="ellipse">
            <a:avLst/>
          </a:prstGeom>
          <a:solidFill>
            <a:srgbClr val="888888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52360" y="2240280"/>
            <a:ext cx="1097280" cy="22860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32" name="Text 30"/>
          <p:cNvSpPr/>
          <p:nvPr/>
        </p:nvSpPr>
        <p:spPr>
          <a:xfrm>
            <a:off x="745236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1520" y="3108960"/>
            <a:ext cx="640080" cy="640080"/>
          </a:xfrm>
          <a:prstGeom prst="ellipse">
            <a:avLst/>
          </a:prstGeom>
          <a:solidFill>
            <a:srgbClr val="888888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36576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Mirko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4160520"/>
            <a:ext cx="1097280" cy="22860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01168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46888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210312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Fabrizio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24028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44" name="Text 42"/>
          <p:cNvSpPr/>
          <p:nvPr/>
        </p:nvSpPr>
        <p:spPr>
          <a:xfrm>
            <a:off x="224028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74904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20624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47" name="Text 45"/>
          <p:cNvSpPr/>
          <p:nvPr/>
        </p:nvSpPr>
        <p:spPr>
          <a:xfrm>
            <a:off x="420624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84048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Giuseppe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97764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0" name="Text 48"/>
          <p:cNvSpPr/>
          <p:nvPr/>
        </p:nvSpPr>
        <p:spPr>
          <a:xfrm>
            <a:off x="397764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8640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94360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53" name="Text 51"/>
          <p:cNvSpPr/>
          <p:nvPr/>
        </p:nvSpPr>
        <p:spPr>
          <a:xfrm>
            <a:off x="594360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557784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Gino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71500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6" name="Text 54"/>
          <p:cNvSpPr/>
          <p:nvPr/>
        </p:nvSpPr>
        <p:spPr>
          <a:xfrm>
            <a:off x="571500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223760" y="2926080"/>
            <a:ext cx="1554480" cy="1645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680960" y="3108960"/>
            <a:ext cx="640080" cy="64008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59" name="Text 57"/>
          <p:cNvSpPr/>
          <p:nvPr/>
        </p:nvSpPr>
        <p:spPr>
          <a:xfrm>
            <a:off x="768096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31520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Emanuele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52360" y="4160520"/>
            <a:ext cx="109728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2" name="Text 60"/>
          <p:cNvSpPr/>
          <p:nvPr/>
        </p:nvSpPr>
        <p:spPr>
          <a:xfrm>
            <a:off x="7452360" y="4160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32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Production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155/155 UAT PASS  ·  100% Serverless  ·  Zero Downtime Deploy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fieldforcemrser2026.github.io/syntoniqa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Syntoniqa v1.0 — Executive Deck</dc:title>
  <dc:subject>PptxGenJS Presentation</dc:subject>
  <dc:creator>Syntoniqa</dc:creator>
  <cp:lastModifiedBy>Syntoniqa</cp:lastModifiedBy>
  <cp:revision>1</cp:revision>
  <dcterms:created xsi:type="dcterms:W3CDTF">2026-03-03T09:35:05Z</dcterms:created>
  <dcterms:modified xsi:type="dcterms:W3CDTF">2026-03-03T09:35:05Z</dcterms:modified>
</cp:coreProperties>
</file>