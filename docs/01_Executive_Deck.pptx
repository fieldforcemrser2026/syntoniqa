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Interventi</c:v>
                </c:pt>
              </c:strCache>
            </c:strRef>
          </c:tx>
          <c:spPr>
            <a:solidFill>
              <a:srgbClr val="C30A1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Lun</c:v>
                  </c:pt>
                  <c:pt idx="1">
                    <c:v>Mar</c:v>
                  </c:pt>
                  <c:pt idx="2">
                    <c:v>Mer</c:v>
                  </c:pt>
                  <c:pt idx="3">
                    <c:v>Gio</c:v>
                  </c:pt>
                  <c:pt idx="4">
                    <c:v>Ven</c:v>
                  </c:pt>
                  <c:pt idx="5">
                    <c:v>Sab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12</c:v>
                </c:pt>
                <c:pt idx="2">
                  <c:v>10</c:v>
                </c:pt>
                <c:pt idx="3">
                  <c:v>15</c:v>
                </c:pt>
                <c:pt idx="4">
                  <c:v>11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B0B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3333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B0B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A1A1A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040880" y="10515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Service Management Platform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MRS Lely Center Emilia Romagna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2743200" cy="0"/>
          </a:xfrm>
          <a:prstGeom prst="line">
            <a:avLst/>
          </a:prstGeom>
          <a:noFill/>
          <a:ln w="38100">
            <a:solidFill>
              <a:srgbClr val="C30A1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4572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Marzo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2801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560320" cy="457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344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10.726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Righe di Codice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560320" cy="12801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97280"/>
            <a:ext cx="2560320" cy="457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2344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155/155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91840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Test PASS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560320" cy="12801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97280"/>
            <a:ext cx="2560320" cy="457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2344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126480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Tabelle Database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651760"/>
            <a:ext cx="54864" cy="16459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74320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Piattaforma FSM completa per MRS Lely Center Emilia Romagna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</a:rPr>
              <a:t>Costruita su Cloudflare Workers e Supabase PostgreSQL. Dashboard admin, app mobile PWA per tecnici, bot Telegram con AI, gestione intelligente urgenze, piano interventi, ordini ricambi e KPI analytics.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framework · Zero dipendenze runtime · 100% serverless edge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Sfida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0" cy="6400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298448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98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1188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Coordinamento manuale dei tecnici sul territorio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5029200" cy="6400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96596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075688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0756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19659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 tracking urgenze in tempo reale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5029200" cy="6400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852928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852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27432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non monitorati automaticamente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5029200" cy="6400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52044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3630168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301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280160" y="3520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Comunicazione frammentata tra canali diversi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760720" y="1188720"/>
            <a:ext cx="2926080" cy="28346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760720" y="1188720"/>
            <a:ext cx="2926080" cy="457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14630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4h+</a:t>
            </a:r>
            <a:endParaRPr lang="en-US" sz="6000" dirty="0"/>
          </a:p>
        </p:txBody>
      </p:sp>
      <p:sp>
        <p:nvSpPr>
          <p:cNvPr id="26" name="Text 24"/>
          <p:cNvSpPr/>
          <p:nvPr/>
        </p:nvSpPr>
        <p:spPr>
          <a:xfrm>
            <a:off x="5760720" y="2560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medio di risposta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Syntoniqa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760720" y="3291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Necessità: automazione,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visibilità, comunicazione unificata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Soluzione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155448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417320"/>
            <a:ext cx="731520" cy="73152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17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Admin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1691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Analytics, KPI, gestione risorse,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pianificazione e monitoraggio completo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97280"/>
            <a:ext cx="54864" cy="155448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1" name="Shape 9"/>
          <p:cNvSpPr/>
          <p:nvPr/>
        </p:nvSpPr>
        <p:spPr>
          <a:xfrm>
            <a:off x="4983480" y="1417320"/>
            <a:ext cx="731520" cy="73152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417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9788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 PWA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691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Tecnici: interventi, mappa, calendario,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e ordini da smartphone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02336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926080"/>
            <a:ext cx="54864" cy="1554480"/>
          </a:xfrm>
          <a:prstGeom prst="rect">
            <a:avLst/>
          </a:prstGeom>
          <a:solidFill>
            <a:srgbClr val="0088CC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3246120"/>
            <a:ext cx="731520" cy="731520"/>
          </a:xfrm>
          <a:prstGeom prst="ellipse">
            <a:avLst/>
          </a:prstGeom>
          <a:solidFill>
            <a:srgbClr val="0088CC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TB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3108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Bot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3520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 rapidi: /vado /incorso /risolto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Gemini per foto e testo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2926080"/>
            <a:ext cx="402336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926080"/>
            <a:ext cx="54864" cy="155448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3" name="Shape 21"/>
          <p:cNvSpPr/>
          <p:nvPr/>
        </p:nvSpPr>
        <p:spPr>
          <a:xfrm>
            <a:off x="4983480" y="3246120"/>
            <a:ext cx="731520" cy="73152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24" name="Text 22"/>
          <p:cNvSpPr/>
          <p:nvPr/>
        </p:nvSpPr>
        <p:spPr>
          <a:xfrm>
            <a:off x="498348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897880" y="3108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Planner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897880" y="3520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Ottimizzazione automatica vincoli,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competenze e zone geografiche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Architettura di Sistema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2011680" cy="82296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097280"/>
            <a:ext cx="2011680" cy="457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566160" y="1097280"/>
            <a:ext cx="2011680" cy="82296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566160" y="1097280"/>
            <a:ext cx="2011680" cy="4572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11430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92240" y="1097280"/>
            <a:ext cx="2011680" cy="82296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097280"/>
            <a:ext cx="2011680" cy="45720"/>
          </a:xfrm>
          <a:prstGeom prst="rect">
            <a:avLst/>
          </a:prstGeom>
          <a:solidFill>
            <a:srgbClr val="0088C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1430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45920" y="1920240"/>
            <a:ext cx="0" cy="457200"/>
          </a:xfrm>
          <a:prstGeom prst="line">
            <a:avLst/>
          </a:prstGeom>
          <a:noFill/>
          <a:ln w="25400">
            <a:solidFill>
              <a:srgbClr val="80808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50876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1920240"/>
            <a:ext cx="0" cy="457200"/>
          </a:xfrm>
          <a:prstGeom prst="line">
            <a:avLst/>
          </a:prstGeom>
          <a:noFill/>
          <a:ln w="25400">
            <a:solidFill>
              <a:srgbClr val="80808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4348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98080" y="1920240"/>
            <a:ext cx="0" cy="457200"/>
          </a:xfrm>
          <a:prstGeom prst="line">
            <a:avLst/>
          </a:prstGeom>
          <a:noFill/>
          <a:ln w="25400">
            <a:solidFill>
              <a:srgbClr val="80808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7360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286000" y="2560320"/>
            <a:ext cx="4572000" cy="1097280"/>
          </a:xfrm>
          <a:prstGeom prst="rect">
            <a:avLst/>
          </a:prstGeom>
          <a:solidFill>
            <a:srgbClr val="C30A1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286000" y="2606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Cloudflare Worker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86000" y="3154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GET + 89 POST endpoints · 2 Cron Jobs · Telegram Webhook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0" y="3657600"/>
            <a:ext cx="0" cy="365760"/>
          </a:xfrm>
          <a:prstGeom prst="line">
            <a:avLst/>
          </a:prstGeom>
          <a:noFill/>
          <a:ln w="25400">
            <a:solidFill>
              <a:srgbClr val="80808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06324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0" y="3657600"/>
            <a:ext cx="0" cy="365760"/>
          </a:xfrm>
          <a:prstGeom prst="line">
            <a:avLst/>
          </a:prstGeom>
          <a:noFill/>
          <a:ln w="25400">
            <a:solidFill>
              <a:srgbClr val="808080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580644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▼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371600" y="4114800"/>
            <a:ext cx="2926080" cy="73152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371600" y="4114800"/>
            <a:ext cx="292608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7" name="Text 25"/>
          <p:cNvSpPr/>
          <p:nvPr/>
        </p:nvSpPr>
        <p:spPr>
          <a:xfrm>
            <a:off x="1371600" y="41605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PostgreSQL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tabelle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46320" y="4114800"/>
            <a:ext cx="2926080" cy="73152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4114800"/>
            <a:ext cx="292608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41605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AI · Resend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API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 Urgenze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1371600"/>
            <a:ext cx="1188720" cy="640080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1371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Aperta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463040" y="13716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080"/>
                </a:solidFill>
              </a:rPr>
              <a:t>→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737360" y="1371600"/>
            <a:ext cx="1188720" cy="64008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737360" y="1371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13716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080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0" y="1371600"/>
            <a:ext cx="1188720" cy="640080"/>
          </a:xfrm>
          <a:prstGeom prst="rect">
            <a:avLst/>
          </a:prstGeom>
          <a:solidFill>
            <a:srgbClr val="3B7EF7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1371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89120" y="13716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080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1188720" cy="640080"/>
          </a:xfrm>
          <a:prstGeom prst="rect">
            <a:avLst/>
          </a:prstGeom>
          <a:solidFill>
            <a:srgbClr val="9333E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371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52160" y="13716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080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26480" y="1371600"/>
            <a:ext cx="1188720" cy="640080"/>
          </a:xfrm>
          <a:prstGeom prst="rect">
            <a:avLst/>
          </a:prstGeom>
          <a:solidFill>
            <a:srgbClr val="22C55E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26480" y="1371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Risolta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0" y="13716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080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589520" y="1371600"/>
            <a:ext cx="1188720" cy="640080"/>
          </a:xfrm>
          <a:prstGeom prst="rect">
            <a:avLst/>
          </a:prstGeom>
          <a:solidFill>
            <a:srgbClr val="80808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589520" y="1371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Chiusa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468880"/>
            <a:ext cx="8229600" cy="20116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468880"/>
            <a:ext cx="54864" cy="201168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5603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SLA Automatico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2960" y="3063240"/>
            <a:ext cx="274320" cy="27432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017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Config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43200" y="30175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massimo per priorità (P1: 2h, P2: 4h, P3: 8h, P4: 24h)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2960" y="3520440"/>
            <a:ext cx="274320" cy="27432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80160" y="3474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0" y="34747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4h senza inizio → notifica privata tecnico + admin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" y="3977640"/>
            <a:ext cx="274320" cy="27432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3977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31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Monitoraggio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43200" y="3931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SLA: OK → Warning → Critical → Breach (cron ogni 15 min)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Piano Interventi &amp; AI Planner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47472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Piano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1737360"/>
            <a:ext cx="2286000" cy="4572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Pianificato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2194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377440"/>
            <a:ext cx="2286000" cy="45720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2834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3017520"/>
            <a:ext cx="2286000" cy="4572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3383280"/>
            <a:ext cx="228600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383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Annullato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può tornare a Pianificato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1097280"/>
            <a:ext cx="54864" cy="3474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1188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Planner (Gemini)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0" y="1737360"/>
            <a:ext cx="3383280" cy="45720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1737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Vincoli + Disponibilità + Competenze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21945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33EA"/>
                </a:solidFill>
              </a:rPr>
              <a:t>↓ Gemini AI ↓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0" y="2514600"/>
            <a:ext cx="3383280" cy="4572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0" y="2514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Ottimizzato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0" y="3200400"/>
            <a:ext cx="1554480" cy="50292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6" name="Text 24"/>
          <p:cNvSpPr/>
          <p:nvPr/>
        </p:nvSpPr>
        <p:spPr>
          <a:xfrm>
            <a:off x="5120640" y="32004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0" y="345643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 affiancati a senior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3200400"/>
            <a:ext cx="1554480" cy="50292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0" y="32004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858000" y="345643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Copertura ER ottimale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29200" y="3840480"/>
            <a:ext cx="1554480" cy="50292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32" name="Text 30"/>
          <p:cNvSpPr/>
          <p:nvPr/>
        </p:nvSpPr>
        <p:spPr>
          <a:xfrm>
            <a:off x="5120640" y="3840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Veicoli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0" y="409651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Assegnazione furgoni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766560" y="3840480"/>
            <a:ext cx="1554480" cy="50292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0" y="3840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Priorità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858000" y="409651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e urgenza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 Mobile PWA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2560320" cy="3657600"/>
          </a:xfrm>
          <a:prstGeom prst="rect">
            <a:avLst/>
          </a:prstGeom>
          <a:solidFill>
            <a:srgbClr val="1A1A1A"/>
          </a:solidFill>
          <a:ln w="25400">
            <a:solidFill>
              <a:srgbClr val="44444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371600"/>
            <a:ext cx="2194560" cy="292608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371600"/>
            <a:ext cx="219456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716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Syntoniqa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1737360"/>
            <a:ext cx="1920240" cy="36576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737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Urgenze: 3 aperte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051560" y="2240280"/>
            <a:ext cx="1920240" cy="36576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oggi: 5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051560" y="2743200"/>
            <a:ext cx="1920240" cy="36576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743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Notifiche: 2 nuove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400" y="3931920"/>
            <a:ext cx="2194560" cy="3200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931920"/>
            <a:ext cx="438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353312" y="3931920"/>
            <a:ext cx="438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Urg.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1792224" y="3931920"/>
            <a:ext cx="438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Cal.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2231136" y="3931920"/>
            <a:ext cx="438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670048" y="3931920"/>
            <a:ext cx="438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</a:t>
            </a:r>
            <a:endParaRPr lang="en-US" sz="600" dirty="0"/>
          </a:p>
        </p:txBody>
      </p:sp>
      <p:sp>
        <p:nvSpPr>
          <p:cNvPr id="19" name="Shape 17"/>
          <p:cNvSpPr/>
          <p:nvPr/>
        </p:nvSpPr>
        <p:spPr>
          <a:xfrm>
            <a:off x="3840480" y="1097280"/>
            <a:ext cx="4846320" cy="5943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840480" y="1097280"/>
            <a:ext cx="54864" cy="5943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069080" y="1188720"/>
            <a:ext cx="411480" cy="4114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63440" y="1143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&amp; Dashboard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13898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del giorno, urgenze assegnate, notifiche recenti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840480" y="1828800"/>
            <a:ext cx="4846320" cy="5943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840480" y="1828800"/>
            <a:ext cx="54864" cy="5943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7" name="Shape 25"/>
          <p:cNvSpPr/>
          <p:nvPr/>
        </p:nvSpPr>
        <p:spPr>
          <a:xfrm>
            <a:off x="4069080" y="1920240"/>
            <a:ext cx="411480" cy="4114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8" name="Text 26"/>
          <p:cNvSpPr/>
          <p:nvPr/>
        </p:nvSpPr>
        <p:spPr>
          <a:xfrm>
            <a:off x="40690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663440" y="1874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Gestione Urgenze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663440" y="2121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Prendi → In Corso → Risolto con note e timer SLA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840480" y="2560320"/>
            <a:ext cx="4846320" cy="5943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840480" y="2560320"/>
            <a:ext cx="54864" cy="5943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33" name="Shape 31"/>
          <p:cNvSpPr/>
          <p:nvPr/>
        </p:nvSpPr>
        <p:spPr>
          <a:xfrm>
            <a:off x="4069080" y="2651760"/>
            <a:ext cx="411480" cy="4114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2651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63440" y="2606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Calendario Settimanale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663440" y="28529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piano interventi con navigazione date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40480" y="3291840"/>
            <a:ext cx="4846320" cy="5943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840480" y="3291840"/>
            <a:ext cx="54864" cy="5943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39" name="Shape 37"/>
          <p:cNvSpPr/>
          <p:nvPr/>
        </p:nvSpPr>
        <p:spPr>
          <a:xfrm>
            <a:off x="4069080" y="3383280"/>
            <a:ext cx="411480" cy="4114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40" name="Text 38"/>
          <p:cNvSpPr/>
          <p:nvPr/>
        </p:nvSpPr>
        <p:spPr>
          <a:xfrm>
            <a:off x="4069080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63440" y="3337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Mappa Operativa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663440" y="3584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Posizione clienti, navigazione GPS, clustering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840480" y="4023360"/>
            <a:ext cx="4846320" cy="5943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840480" y="4023360"/>
            <a:ext cx="54864" cy="5943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45" name="Shape 43"/>
          <p:cNvSpPr/>
          <p:nvPr/>
        </p:nvSpPr>
        <p:spPr>
          <a:xfrm>
            <a:off x="4069080" y="4114800"/>
            <a:ext cx="411480" cy="4114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46" name="Text 44"/>
          <p:cNvSpPr/>
          <p:nvPr/>
        </p:nvSpPr>
        <p:spPr>
          <a:xfrm>
            <a:off x="406908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4663440" y="4069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&amp; Chat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663440" y="4315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rapidi ricambi, chat team con canali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Telegram Bot + AI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297680" cy="34747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474720"/>
          </a:xfrm>
          <a:prstGeom prst="rect">
            <a:avLst/>
          </a:prstGeom>
          <a:solidFill>
            <a:srgbClr val="0088C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 Bot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/vado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2024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5 urgenze aperte, seleziona con /vado 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0848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/incorso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20240" y="208483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 urgenza in corso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47802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/risolto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247802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Chiudi urgenza con note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87121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/oggi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287121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pianificati di oggi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26440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/settimana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32644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settimanale completo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3657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/ordine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20240" y="3657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ordine: codice quantità cliente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0507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405079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urgenze assegnate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0" y="1097280"/>
            <a:ext cx="365760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097280"/>
            <a:ext cx="54864" cy="16459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2" name="Shape 20"/>
          <p:cNvSpPr/>
          <p:nvPr/>
        </p:nvSpPr>
        <p:spPr>
          <a:xfrm>
            <a:off x="5257800" y="1280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23" name="Text 21"/>
          <p:cNvSpPr/>
          <p:nvPr/>
        </p:nvSpPr>
        <p:spPr>
          <a:xfrm>
            <a:off x="52578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89320" y="1280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 AI (Gemini)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03520" y="1920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Invia foto o testo libero al bot.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analizza e suggerisce: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Tipo di intervento necessario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Priorità stimata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Azione automatica consigliata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0" y="3017520"/>
            <a:ext cx="365760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0" y="301752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0" y="3108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 Automatiche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303520" y="34747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Nuova urgenza → gruppo TG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Assegnazione → messaggio privato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Escalation 4h → tecnico + admin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• Ordine aggiornato → tecnico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Ordini Ricambi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640080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1887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Richiesto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86000" y="11887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</a:rPr>
              <a:t>→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651760" y="1188720"/>
            <a:ext cx="1828800" cy="64008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651760" y="11887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80560" y="11887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1828800" cy="640080"/>
          </a:xfrm>
          <a:prstGeom prst="rect">
            <a:avLst/>
          </a:prstGeom>
          <a:solidFill>
            <a:srgbClr val="3B7EF7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1887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Ordinato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11887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040880" y="1188720"/>
            <a:ext cx="1828800" cy="640080"/>
          </a:xfrm>
          <a:prstGeom prst="rect">
            <a:avLst/>
          </a:prstGeom>
          <a:solidFill>
            <a:srgbClr val="22C55E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40880" y="11887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Consegnato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286000"/>
            <a:ext cx="8229600" cy="22860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286000"/>
            <a:ext cx="54864" cy="22860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377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Funzionalità Ordini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2880360"/>
            <a:ext cx="228600" cy="2286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88036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88720" y="2834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Creazione rapida: codice parte, quantità, cliente, flag urgenza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" y="3246120"/>
            <a:ext cx="228600" cy="2286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2461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88720" y="3200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completo con notifiche di stato ad ogni aggiornamento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3611880"/>
            <a:ext cx="228600" cy="2286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6118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8872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Storico ordini per cliente e per tecnico richiedente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" y="3977640"/>
            <a:ext cx="228600" cy="2286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39776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8872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Integrazione Telegram: /ordine COD QT CLI per creare da campo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" y="4343400"/>
            <a:ext cx="228600" cy="2286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3434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88720" y="4297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admin con filtri per stato, data, tecnico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Mappa Operativa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943600" cy="3474720"/>
          </a:xfrm>
          <a:prstGeom prst="rect">
            <a:avLst/>
          </a:prstGeom>
          <a:solidFill>
            <a:srgbClr val="1E3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828800" y="1828800"/>
            <a:ext cx="182880" cy="1828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2286000"/>
            <a:ext cx="182880" cy="1828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0" y="1645920"/>
            <a:ext cx="182880" cy="1828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7" name="Shape 5"/>
          <p:cNvSpPr/>
          <p:nvPr/>
        </p:nvSpPr>
        <p:spPr>
          <a:xfrm>
            <a:off x="1371600" y="2743200"/>
            <a:ext cx="182880" cy="1828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0" y="2926080"/>
            <a:ext cx="182880" cy="1828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3200400"/>
            <a:ext cx="182880" cy="1828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0" y="2011680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8A6A"/>
                </a:solidFill>
              </a:rPr>
              <a:t>Emilia-Romagna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1097280"/>
            <a:ext cx="2011680" cy="34747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75120" y="1097280"/>
            <a:ext cx="54864" cy="34747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0" y="1188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903720" y="1691640"/>
            <a:ext cx="228600" cy="2286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 attive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03720" y="2103120"/>
            <a:ext cx="228600" cy="22860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8" name="Text 16"/>
          <p:cNvSpPr/>
          <p:nvPr/>
        </p:nvSpPr>
        <p:spPr>
          <a:xfrm>
            <a:off x="7223760" y="2057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pianificati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2514600"/>
            <a:ext cx="228600" cy="2286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0" name="Text 18"/>
          <p:cNvSpPr/>
          <p:nvPr/>
        </p:nvSpPr>
        <p:spPr>
          <a:xfrm>
            <a:off x="722376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Completati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03720" y="2926080"/>
            <a:ext cx="228600" cy="2286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7223760" y="2880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0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Copertura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3383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 clienti geocodificati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province 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Leaflet 1.9.4 + clustering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KPI &amp; Analytics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0292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760720" y="1097280"/>
            <a:ext cx="2926080" cy="685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5760720" y="1097280"/>
            <a:ext cx="54864" cy="6858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0" y="10972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92%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040880" y="1097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Compliance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760720" y="1920240"/>
            <a:ext cx="2926080" cy="685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760720" y="1920240"/>
            <a:ext cx="54864" cy="6858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0" y="192024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1.2h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040880" y="19202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Medio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760720" y="2743200"/>
            <a:ext cx="2926080" cy="685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760720" y="2743200"/>
            <a:ext cx="54864" cy="6858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0" y="274320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61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040880" y="27432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/ Sett.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760720" y="3566160"/>
            <a:ext cx="2926080" cy="685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760720" y="3566160"/>
            <a:ext cx="54864" cy="6858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8" name="Text 15"/>
          <p:cNvSpPr/>
          <p:nvPr/>
        </p:nvSpPr>
        <p:spPr>
          <a:xfrm>
            <a:off x="5943600" y="35661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7040880" y="35661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Uptime Worker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Sistema Notifiche Multi-canale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457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1325880"/>
            <a:ext cx="731520" cy="73152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🔔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Browser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Push notifications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Service Worker.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Ricezione anche con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chiuso.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097280"/>
            <a:ext cx="265176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83280" y="1097280"/>
            <a:ext cx="2651760" cy="4572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325880"/>
            <a:ext cx="731520" cy="73152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2" name="Text 10"/>
          <p:cNvSpPr/>
          <p:nvPr/>
        </p:nvSpPr>
        <p:spPr>
          <a:xfrm>
            <a:off x="434340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✉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(Resend)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 email per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eventi critici: SLA breach,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nuove urgenze, ordini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approvare.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1097280"/>
            <a:ext cx="265176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1097280"/>
            <a:ext cx="2651760" cy="45720"/>
          </a:xfrm>
          <a:prstGeom prst="rect">
            <a:avLst/>
          </a:prstGeom>
          <a:solidFill>
            <a:srgbClr val="0088CC"/>
          </a:solidFill>
          <a:ln/>
        </p:spPr>
      </p:sp>
      <p:sp>
        <p:nvSpPr>
          <p:cNvPr id="17" name="Shape 15"/>
          <p:cNvSpPr/>
          <p:nvPr/>
        </p:nvSpPr>
        <p:spPr>
          <a:xfrm>
            <a:off x="7269480" y="1325880"/>
            <a:ext cx="731520" cy="731520"/>
          </a:xfrm>
          <a:prstGeom prst="ellipse">
            <a:avLst/>
          </a:prstGeom>
          <a:solidFill>
            <a:srgbClr val="0088CC"/>
          </a:solidFill>
          <a:ln/>
        </p:spPr>
      </p:sp>
      <p:sp>
        <p:nvSpPr>
          <p:cNvPr id="18" name="Text 16"/>
          <p:cNvSpPr/>
          <p:nvPr/>
        </p:nvSpPr>
        <p:spPr>
          <a:xfrm>
            <a:off x="726948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TG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9224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9224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 privati per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assegnazioni. Gruppo per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nuove urgenze. Escalation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automatiche.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9319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Nuova urgenza · Assegnazione · SLA Warning/Breach · Ordine aggiornato · Intervento in ritardo · Escalation 4h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Sicurezza &amp; Compliance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0058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100584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80160"/>
            <a:ext cx="548640" cy="5486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234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Authentication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Token-based auth con scadenza, refresh automatico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0058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97280"/>
            <a:ext cx="54864" cy="100584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1" name="Shape 9"/>
          <p:cNvSpPr/>
          <p:nvPr/>
        </p:nvSpPr>
        <p:spPr>
          <a:xfrm>
            <a:off x="4937760" y="1280160"/>
            <a:ext cx="548640" cy="5486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669280" y="1234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ruoli: admin, caposquadra, senior, tecnico, junior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4023360" cy="10058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286000"/>
            <a:ext cx="54864" cy="100584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2468880"/>
            <a:ext cx="548640" cy="5486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24231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71600" y="2743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workflow_log registra ogni azione con timestamp e utente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2286000"/>
            <a:ext cx="4023360" cy="10058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286000"/>
            <a:ext cx="54864" cy="100584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23" name="Shape 21"/>
          <p:cNvSpPr/>
          <p:nvPr/>
        </p:nvSpPr>
        <p:spPr>
          <a:xfrm>
            <a:off x="4937760" y="2468880"/>
            <a:ext cx="548640" cy="5486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69280" y="24231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Delete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0" y="2743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 'obsoleto' — nessun dato viene mai cancellato fisicamente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74720"/>
            <a:ext cx="4023360" cy="10058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474720"/>
            <a:ext cx="54864" cy="100584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29" name="Shape 27"/>
          <p:cNvSpPr/>
          <p:nvPr/>
        </p:nvSpPr>
        <p:spPr>
          <a:xfrm>
            <a:off x="640080" y="3657600"/>
            <a:ext cx="548640" cy="5486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371600" y="3611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Policy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71600" y="3931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Origins whitelist: solo domini autorizzati (GitHub Pages, custom)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3474720"/>
            <a:ext cx="4023360" cy="10058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3474720"/>
            <a:ext cx="54864" cy="100584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5" name="Shape 33"/>
          <p:cNvSpPr/>
          <p:nvPr/>
        </p:nvSpPr>
        <p:spPr>
          <a:xfrm>
            <a:off x="4937760" y="3657600"/>
            <a:ext cx="548640" cy="5486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36" name="Text 34"/>
          <p:cNvSpPr/>
          <p:nvPr/>
        </p:nvSpPr>
        <p:spPr>
          <a:xfrm>
            <a:off x="493776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669280" y="3611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Validation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669280" y="3931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normalizeBody + getFields filtrano e sanitizzano ogni input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Il Team — 10 Tecnici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55448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280160"/>
            <a:ext cx="640080" cy="6400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USR001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109728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860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194560" y="1097280"/>
            <a:ext cx="155448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51760" y="1280160"/>
            <a:ext cx="640080" cy="6400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TEC_691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23160" y="2286000"/>
            <a:ext cx="109728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4" name="Text 12"/>
          <p:cNvSpPr/>
          <p:nvPr/>
        </p:nvSpPr>
        <p:spPr>
          <a:xfrm>
            <a:off x="2423160" y="22860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Caposquadra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931920" y="1097280"/>
            <a:ext cx="155448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9120" y="1280160"/>
            <a:ext cx="640080" cy="6400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3192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TEC_ANT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60520" y="2286000"/>
            <a:ext cx="1097280" cy="2286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0" name="Text 18"/>
          <p:cNvSpPr/>
          <p:nvPr/>
        </p:nvSpPr>
        <p:spPr>
          <a:xfrm>
            <a:off x="4160520" y="22860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669280" y="1097280"/>
            <a:ext cx="155448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26480" y="1280160"/>
            <a:ext cx="640080" cy="6400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TEC_GIO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897880" y="2286000"/>
            <a:ext cx="1097280" cy="2286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6" name="Text 24"/>
          <p:cNvSpPr/>
          <p:nvPr/>
        </p:nvSpPr>
        <p:spPr>
          <a:xfrm>
            <a:off x="5897880" y="22860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406640" y="1097280"/>
            <a:ext cx="155448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863840" y="1280160"/>
            <a:ext cx="640080" cy="640080"/>
          </a:xfrm>
          <a:prstGeom prst="ellipse">
            <a:avLst/>
          </a:prstGeom>
          <a:solidFill>
            <a:srgbClr val="808080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0664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TEC_FAB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635240" y="2286000"/>
            <a:ext cx="1097280" cy="228600"/>
          </a:xfrm>
          <a:prstGeom prst="rect">
            <a:avLst/>
          </a:prstGeom>
          <a:solidFill>
            <a:srgbClr val="808080"/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22860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57200" y="2926080"/>
            <a:ext cx="155448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4400" y="3108960"/>
            <a:ext cx="640080" cy="640080"/>
          </a:xfrm>
          <a:prstGeom prst="ellipse">
            <a:avLst/>
          </a:prstGeom>
          <a:solidFill>
            <a:srgbClr val="808080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720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TEC_MIR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85800" y="4114800"/>
            <a:ext cx="1097280" cy="228600"/>
          </a:xfrm>
          <a:prstGeom prst="rect">
            <a:avLst/>
          </a:prstGeom>
          <a:solidFill>
            <a:srgbClr val="808080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" y="4114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194560" y="2926080"/>
            <a:ext cx="155448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651760" y="3108960"/>
            <a:ext cx="640080" cy="6400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41" name="Text 39"/>
          <p:cNvSpPr/>
          <p:nvPr/>
        </p:nvSpPr>
        <p:spPr>
          <a:xfrm>
            <a:off x="265176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219456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TEC_FBZ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423160" y="4114800"/>
            <a:ext cx="1097280" cy="2286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4" name="Text 42"/>
          <p:cNvSpPr/>
          <p:nvPr/>
        </p:nvSpPr>
        <p:spPr>
          <a:xfrm>
            <a:off x="2423160" y="4114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931920" y="2926080"/>
            <a:ext cx="155448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389120" y="3108960"/>
            <a:ext cx="640080" cy="6400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47" name="Text 45"/>
          <p:cNvSpPr/>
          <p:nvPr/>
        </p:nvSpPr>
        <p:spPr>
          <a:xfrm>
            <a:off x="438912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393192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TEC_GIU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60520" y="4114800"/>
            <a:ext cx="1097280" cy="2286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0" name="Text 48"/>
          <p:cNvSpPr/>
          <p:nvPr/>
        </p:nvSpPr>
        <p:spPr>
          <a:xfrm>
            <a:off x="4160520" y="4114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669280" y="2926080"/>
            <a:ext cx="155448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126480" y="3108960"/>
            <a:ext cx="640080" cy="6400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3" name="Text 51"/>
          <p:cNvSpPr/>
          <p:nvPr/>
        </p:nvSpPr>
        <p:spPr>
          <a:xfrm>
            <a:off x="612648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66928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TEC_GIN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97880" y="4114800"/>
            <a:ext cx="1097280" cy="2286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6" name="Text 54"/>
          <p:cNvSpPr/>
          <p:nvPr/>
        </p:nvSpPr>
        <p:spPr>
          <a:xfrm>
            <a:off x="5897880" y="4114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7406640" y="2926080"/>
            <a:ext cx="1554480" cy="15544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7863840" y="3108960"/>
            <a:ext cx="640080" cy="6400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9" name="Text 57"/>
          <p:cNvSpPr/>
          <p:nvPr/>
        </p:nvSpPr>
        <p:spPr>
          <a:xfrm>
            <a:off x="786384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740664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TEC_EMA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635240" y="4114800"/>
            <a:ext cx="1097280" cy="2286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2" name="Text 60"/>
          <p:cNvSpPr/>
          <p:nvPr/>
        </p:nvSpPr>
        <p:spPr>
          <a:xfrm>
            <a:off x="7635240" y="4114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286000"/>
            <a:ext cx="8229600" cy="0"/>
          </a:xfrm>
          <a:prstGeom prst="line">
            <a:avLst/>
          </a:prstGeom>
          <a:noFill/>
          <a:ln w="25400">
            <a:solidFill>
              <a:srgbClr val="8080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08760" y="2103120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Produzione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2468880" cy="1828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651760"/>
            <a:ext cx="246888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7889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platform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 UAT PASS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CF Workers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Pages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2103120"/>
            <a:ext cx="365760" cy="36576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0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Evoluzione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383280" y="2651760"/>
            <a:ext cx="2468880" cy="1828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83280" y="2651760"/>
            <a:ext cx="2468880" cy="4572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27889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PWA mode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dashboard tecnico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notifications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Geocoding batch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0920" y="2103120"/>
            <a:ext cx="365760" cy="36576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Q3-Q4 2026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Espansione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2651760"/>
            <a:ext cx="2468880" cy="18288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9360" y="2651760"/>
            <a:ext cx="246888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27889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UI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i18n multi-lingua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export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Dark/light mode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Impatto Previsto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011680" cy="45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651760" y="1097280"/>
            <a:ext cx="2011680" cy="457200"/>
          </a:xfrm>
          <a:prstGeom prst="rect">
            <a:avLst/>
          </a:prstGeom>
          <a:solidFill>
            <a:srgbClr val="3A1515"/>
          </a:solidFill>
          <a:ln/>
        </p:spPr>
      </p:sp>
      <p:sp>
        <p:nvSpPr>
          <p:cNvPr id="6" name="Text 4"/>
          <p:cNvSpPr/>
          <p:nvPr/>
        </p:nvSpPr>
        <p:spPr>
          <a:xfrm>
            <a:off x="2651760" y="1097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2011680" cy="457200"/>
          </a:xfrm>
          <a:prstGeom prst="rect">
            <a:avLst/>
          </a:prstGeom>
          <a:solidFill>
            <a:srgbClr val="153A1A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097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040880" y="1097280"/>
            <a:ext cx="1645920" cy="45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0" y="1097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645920"/>
            <a:ext cx="201168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645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51760" y="1645920"/>
            <a:ext cx="201168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1645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4h+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46320" y="1645920"/>
            <a:ext cx="201168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645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&lt;1h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040880" y="1645920"/>
            <a:ext cx="1645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1645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-75%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011680" cy="5486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Tracking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51760" y="2286000"/>
            <a:ext cx="2011680" cy="5486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2" name="Text 20"/>
          <p:cNvSpPr/>
          <p:nvPr/>
        </p:nvSpPr>
        <p:spPr>
          <a:xfrm>
            <a:off x="2651760" y="2286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2286000"/>
            <a:ext cx="2011680" cy="5486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2286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040880" y="2286000"/>
            <a:ext cx="1645920" cy="5486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6" name="Text 24"/>
          <p:cNvSpPr/>
          <p:nvPr/>
        </p:nvSpPr>
        <p:spPr>
          <a:xfrm>
            <a:off x="7040880" y="22860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2926080"/>
            <a:ext cx="201168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926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Comunicazione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651760" y="2926080"/>
            <a:ext cx="201168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8"/>
          <p:cNvSpPr/>
          <p:nvPr/>
        </p:nvSpPr>
        <p:spPr>
          <a:xfrm>
            <a:off x="2651760" y="2926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Telefono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846320" y="2926080"/>
            <a:ext cx="201168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2926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Multi-canale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040880" y="2926080"/>
            <a:ext cx="1645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4" name="Text 32"/>
          <p:cNvSpPr/>
          <p:nvPr/>
        </p:nvSpPr>
        <p:spPr>
          <a:xfrm>
            <a:off x="7040880" y="2926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canali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57200" y="3566160"/>
            <a:ext cx="2011680" cy="5486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566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Pianificazione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651760" y="3566160"/>
            <a:ext cx="2011680" cy="5486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38" name="Text 36"/>
          <p:cNvSpPr/>
          <p:nvPr/>
        </p:nvSpPr>
        <p:spPr>
          <a:xfrm>
            <a:off x="2651760" y="3566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Fogli Excel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846320" y="3566160"/>
            <a:ext cx="2011680" cy="5486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40" name="Text 38"/>
          <p:cNvSpPr/>
          <p:nvPr/>
        </p:nvSpPr>
        <p:spPr>
          <a:xfrm>
            <a:off x="4846320" y="3566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Planner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040880" y="3566160"/>
            <a:ext cx="1645920" cy="5486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42" name="Text 40"/>
          <p:cNvSpPr/>
          <p:nvPr/>
        </p:nvSpPr>
        <p:spPr>
          <a:xfrm>
            <a:off x="7040880" y="35661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AI-driven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 v1.0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Production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155/155 UAT PASS · 100% Serverless · Zero Downtime Deploy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MRS Lely Center Emilia Romagna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617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fieldforcemrser2026.github.io/syntoniqa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Syntoniqa v1.0 — Executive Deck</dc:title>
  <dc:subject>PptxGenJS Presentation</dc:subject>
  <dc:creator>Syntoniqa</dc:creator>
  <cp:lastModifiedBy>Syntoniqa</cp:lastModifiedBy>
  <cp:revision>1</cp:revision>
  <dcterms:created xsi:type="dcterms:W3CDTF">2026-03-03T08:45:46Z</dcterms:created>
  <dcterms:modified xsi:type="dcterms:W3CDTF">2026-03-03T08:45:46Z</dcterms:modified>
</cp:coreProperties>
</file>