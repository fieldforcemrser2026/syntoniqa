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SYNTONIQA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32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Service Management Platform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 test PASS  |  10 tecnici  |  22 moduli  |  Zero downtime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MRS Lely Center Emilia Romagna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0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v1.0  —  Marzo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Prima di Syntoniqa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4h+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01168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medio risposta urgenze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01168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Chiamate, WhatsApp, fogli Excel per coordinare i tecnici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7B73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011680" y="2194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SLA automatico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0" y="2514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 monitoraggio dei tempi di intervento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108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888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011680" y="3108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Visibilità sul campo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011680" y="3429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non sa chi è dove e che lavoro sta facendo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40233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854D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201168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 dati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01168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 KPI, nessun trend, decisioni a istinto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731520"/>
            <a:ext cx="9144000" cy="164592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Una piattaforma.</a:t>
            </a:r>
            <a:endParaRPr lang="en-US" sz="4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Tutto sotto controllo.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PWA + Cloudflare Workers + Supabase + AI + Telegram Bot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474720"/>
            <a:ext cx="1965960" cy="109728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3474720"/>
            <a:ext cx="1965960" cy="36576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3566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Dashboard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sezioni, 17 modali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06040" y="3474720"/>
            <a:ext cx="1965960" cy="109728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06040" y="3474720"/>
            <a:ext cx="1965960" cy="36576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11" name="Text 9"/>
          <p:cNvSpPr/>
          <p:nvPr/>
        </p:nvSpPr>
        <p:spPr>
          <a:xfrm>
            <a:off x="2715768" y="3566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Mobile PWA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15768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pagine, offline-ready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3474720"/>
            <a:ext cx="1965960" cy="109728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3474720"/>
            <a:ext cx="1965960" cy="36576"/>
          </a:xfrm>
          <a:prstGeom prst="rect">
            <a:avLst/>
          </a:prstGeom>
          <a:solidFill>
            <a:srgbClr val="17C0EB"/>
          </a:solidFill>
          <a:ln/>
        </p:spPr>
      </p:sp>
      <p:sp>
        <p:nvSpPr>
          <p:cNvPr id="15" name="Text 13"/>
          <p:cNvSpPr/>
          <p:nvPr/>
        </p:nvSpPr>
        <p:spPr>
          <a:xfrm>
            <a:off x="4864608" y="3566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Bot + AI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64608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comandi + analisi foto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03720" y="3474720"/>
            <a:ext cx="1965960" cy="109728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03720" y="3474720"/>
            <a:ext cx="1965960" cy="36576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3448" y="3566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Notifiche 3 canali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013448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Push, Email, Telegram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Dashboard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7772400" y="182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MOCKUP</a:t>
            </a:r>
            <a:endParaRPr lang="en-US" sz="900" dirty="0"/>
          </a:p>
        </p:txBody>
      </p:sp>
      <p:pic>
        <p:nvPicPr>
          <p:cNvPr id="4" name="Image 0" descr="/sessions/brave-peaceful-lovelace/mockups/admin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640080"/>
            <a:ext cx="8595360" cy="57332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 Mobile PWA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Installabile come app nativa.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Funziona su qualsiasi smartphone.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164592" cy="164592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Urgenze assegnate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217627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 push, presa in carico, risoluzione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2560320"/>
            <a:ext cx="164592" cy="164592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5146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Piano del giorno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277063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interventi con dettagli cliente e macchina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3154680"/>
            <a:ext cx="164592" cy="164592"/>
          </a:xfrm>
          <a:prstGeom prst="ellipse">
            <a:avLst/>
          </a:prstGeom>
          <a:solidFill>
            <a:srgbClr val="F7B731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108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Ordini ricambi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336499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 ordine dal campo in 3 tap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31520" y="3749040"/>
            <a:ext cx="164592" cy="164592"/>
          </a:xfrm>
          <a:prstGeom prst="ellipse">
            <a:avLst/>
          </a:prstGeom>
          <a:solidFill>
            <a:srgbClr val="34D058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3703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Navigazione GPS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51560" y="39593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tap per aprire Google Maps verso il cliente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1520" y="4343400"/>
            <a:ext cx="164592" cy="164592"/>
          </a:xfrm>
          <a:prstGeom prst="ellipse">
            <a:avLst/>
          </a:prstGeom>
          <a:solidFill>
            <a:srgbClr val="17C0EB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4297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team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51560" y="45537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Messaggi, allegati, menzioni</a:t>
            </a:r>
            <a:endParaRPr lang="en-US" sz="900" dirty="0"/>
          </a:p>
        </p:txBody>
      </p:sp>
      <p:pic>
        <p:nvPicPr>
          <p:cNvPr id="19" name="Image 0" descr="/sessions/brave-peaceful-lovelace/mockups/mobile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74320"/>
            <a:ext cx="1645920" cy="3557016"/>
          </a:xfrm>
          <a:prstGeom prst="rect">
            <a:avLst/>
          </a:prstGeom>
        </p:spPr>
      </p:pic>
      <p:pic>
        <p:nvPicPr>
          <p:cNvPr id="20" name="Image 1" descr="/sessions/brave-peaceful-lovelace/mockups/urgenza_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74320"/>
            <a:ext cx="1645920" cy="35570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Telegram Bot + AI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tecnici lavorano da Telegram.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L'AI analizza foto e testo.</a:t>
            </a:r>
            <a:endParaRPr lang="en-US" sz="1400" dirty="0"/>
          </a:p>
        </p:txBody>
      </p:sp>
      <p:pic>
        <p:nvPicPr>
          <p:cNvPr id="4" name="Image 0" descr="/sessions/brave-peaceful-lovelace/mockups/telegram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18288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56032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Comandi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2560320" y="19659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30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/vado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114800" y="19659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Prendi urgenza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560320" y="22402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7B7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/incorso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114800" y="22402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Inizia lavoro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560320" y="25146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0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/risolto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114800" y="25146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Chiudi con note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560320" y="278892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7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/stato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114800" y="27889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Stato urgenze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560320" y="30632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C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/oggi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114800" y="30632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Piano di oggi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60320" y="33375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854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/settimana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114800" y="3337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Piano settimana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560320" y="36118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7B7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/ordine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114800" y="36118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Ordina ricambio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560320" y="38862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0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Foto/testo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114800" y="3886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analizza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560320" y="4251960"/>
            <a:ext cx="3840480" cy="54864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2560320" y="4251960"/>
            <a:ext cx="3840480" cy="27432"/>
          </a:xfrm>
          <a:prstGeom prst="rect">
            <a:avLst/>
          </a:prstGeom>
          <a:solidFill>
            <a:srgbClr val="8854D0"/>
          </a:solidFill>
          <a:ln/>
        </p:spPr>
      </p:sp>
      <p:sp>
        <p:nvSpPr>
          <p:cNvPr id="24" name="Text 21"/>
          <p:cNvSpPr/>
          <p:nvPr/>
        </p:nvSpPr>
        <p:spPr>
          <a:xfrm>
            <a:off x="2651760" y="4297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Engine: invia foto guasto, l'AI identifica il problema e crea urgenza automaticamente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Sicurezza &amp; Access Control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0" cy="105156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36576" cy="105156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1704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Authentication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Token-based con scadenza, refresh automatico, hash bcrypt per password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114800" cy="105156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97280"/>
            <a:ext cx="36576" cy="105156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9" name="Text 7"/>
          <p:cNvSpPr/>
          <p:nvPr/>
        </p:nvSpPr>
        <p:spPr>
          <a:xfrm>
            <a:off x="4892040" y="11704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Ruoli RBAC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92040" y="15087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&gt; caposquadra &gt; senior &gt; tecnico &gt; junior — ogni ruolo vede solo i propri dati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4114800" cy="105156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331720"/>
            <a:ext cx="36576" cy="105156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4048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 Completo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27432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workflow_log registra ogni azione: chi, cosa, quando, con IP e user agent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54880" y="2331720"/>
            <a:ext cx="4114800" cy="105156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2331720"/>
            <a:ext cx="36576" cy="1051560"/>
          </a:xfrm>
          <a:prstGeom prst="rect">
            <a:avLst/>
          </a:prstGeom>
          <a:solidFill>
            <a:srgbClr val="F7B731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24048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Delete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92040" y="27432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Campo 'obsoleto' — nessun dato viene mai cancellato fisicamente dal database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566160"/>
            <a:ext cx="4114800" cy="105156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566160"/>
            <a:ext cx="36576" cy="1051560"/>
          </a:xfrm>
          <a:prstGeom prst="rect">
            <a:avLst/>
          </a:prstGeom>
          <a:solidFill>
            <a:srgbClr val="17C0EB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6393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CORS Whitelist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4360" y="39776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domini autorizzati: GitHub Pages, app.syntoniqa.app, localhost dev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3566160"/>
            <a:ext cx="4114800" cy="105156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54880" y="3566160"/>
            <a:ext cx="36576" cy="1051560"/>
          </a:xfrm>
          <a:prstGeom prst="rect">
            <a:avLst/>
          </a:prstGeom>
          <a:solidFill>
            <a:srgbClr val="8854D0"/>
          </a:solidFill>
          <a:ln/>
        </p:spPr>
      </p:sp>
      <p:sp>
        <p:nvSpPr>
          <p:cNvPr id="25" name="Text 23"/>
          <p:cNvSpPr/>
          <p:nvPr/>
        </p:nvSpPr>
        <p:spPr>
          <a:xfrm>
            <a:off x="4892040" y="36393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Sanitization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92040" y="39776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normalizeBody + getFields filtrano e validano ogni input prima dell'elaborazione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Engine Urgenze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280160" cy="41148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005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Aperta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91640" y="1005840"/>
            <a:ext cx="1280160" cy="411480"/>
          </a:xfrm>
          <a:prstGeom prst="rect">
            <a:avLst/>
          </a:prstGeom>
          <a:solidFill>
            <a:srgbClr val="F7B731"/>
          </a:solidFill>
          <a:ln/>
        </p:spPr>
      </p:sp>
      <p:sp>
        <p:nvSpPr>
          <p:cNvPr id="6" name="Text 4"/>
          <p:cNvSpPr/>
          <p:nvPr/>
        </p:nvSpPr>
        <p:spPr>
          <a:xfrm>
            <a:off x="1691640" y="1005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Assegnata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08960" y="1005840"/>
            <a:ext cx="1280160" cy="41148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1005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Schedulata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26280" y="1005840"/>
            <a:ext cx="1280160" cy="411480"/>
          </a:xfrm>
          <a:prstGeom prst="rect">
            <a:avLst/>
          </a:prstGeom>
          <a:solidFill>
            <a:srgbClr val="17C0EB"/>
          </a:solidFill>
          <a:ln/>
        </p:spPr>
      </p:sp>
      <p:sp>
        <p:nvSpPr>
          <p:cNvPr id="10" name="Text 8"/>
          <p:cNvSpPr/>
          <p:nvPr/>
        </p:nvSpPr>
        <p:spPr>
          <a:xfrm>
            <a:off x="4526280" y="1005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Corso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1005840"/>
            <a:ext cx="1280160" cy="41148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005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Risolta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60920" y="1005840"/>
            <a:ext cx="1280160" cy="411480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14" name="Text 12"/>
          <p:cNvSpPr/>
          <p:nvPr/>
        </p:nvSpPr>
        <p:spPr>
          <a:xfrm>
            <a:off x="7360920" y="1005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Chiusa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54480" y="1211580"/>
            <a:ext cx="13716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71800" y="1211580"/>
            <a:ext cx="13716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1211580"/>
            <a:ext cx="13716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06440" y="1211580"/>
            <a:ext cx="13716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23760" y="1211580"/>
            <a:ext cx="13716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Engine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194560"/>
            <a:ext cx="914400" cy="347472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1945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463040" y="21945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i tempi previsti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0" y="219456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0-74%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651760"/>
            <a:ext cx="914400" cy="347472"/>
          </a:xfrm>
          <a:prstGeom prst="rect">
            <a:avLst/>
          </a:prstGeom>
          <a:solidFill>
            <a:srgbClr val="F7B731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6517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463040" y="2651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quasi esaurito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657600" y="265176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7B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75-89%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108960"/>
            <a:ext cx="914400" cy="34747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1089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463040" y="31089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Quasi in breach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0" y="310896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90-99%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566160"/>
            <a:ext cx="914400" cy="347472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3566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BREACH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463040" y="35661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violato, escalation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0" y="356616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100%+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029200" y="1737360"/>
            <a:ext cx="3840480" cy="228600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029200" y="1737360"/>
            <a:ext cx="3840480" cy="27432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9" name="Text 37"/>
          <p:cNvSpPr/>
          <p:nvPr/>
        </p:nvSpPr>
        <p:spPr>
          <a:xfrm>
            <a:off x="5166360" y="1828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Escalation Automatica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166360" y="21945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Urgenza assegnata da &gt;4h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senza 'in corso':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166360" y="26517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Telegram privato al tecnico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Telegram all'admin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Email al responsabile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SLA marcato CRITICAL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" y="4206240"/>
            <a:ext cx="8412480" cy="5029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43" name="Text 41"/>
          <p:cNvSpPr/>
          <p:nvPr/>
        </p:nvSpPr>
        <p:spPr>
          <a:xfrm>
            <a:off x="640080" y="42519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ogni 15 minuti: controlla SLA, invia reminder interventi domani, sollecita ordini &gt;7 giorni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Notifiche Multi-canale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11680" cy="347472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7160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Nuova urgenza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810512"/>
            <a:ext cx="2011680" cy="347472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8105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Assegnazione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249424"/>
            <a:ext cx="2011680" cy="347472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4942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Warning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688336"/>
            <a:ext cx="2011680" cy="347472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68833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Breach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3127248"/>
            <a:ext cx="2011680" cy="347472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1272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Ordine aggiornato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2011680" cy="347472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56616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Intervento domani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51760" y="2560320"/>
            <a:ext cx="548640" cy="0"/>
          </a:xfrm>
          <a:prstGeom prst="line">
            <a:avLst/>
          </a:prstGeom>
          <a:noFill/>
          <a:ln w="25400">
            <a:solidFill>
              <a:srgbClr val="C30A1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83280" y="2011680"/>
            <a:ext cx="2011680" cy="1097280"/>
          </a:xfrm>
          <a:prstGeom prst="rect">
            <a:avLst/>
          </a:prstGeom>
          <a:solidFill>
            <a:srgbClr val="C30A14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383280" y="201168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577840" y="2560320"/>
            <a:ext cx="548640" cy="0"/>
          </a:xfrm>
          <a:prstGeom prst="line">
            <a:avLst/>
          </a:prstGeom>
          <a:noFill/>
          <a:ln w="25400">
            <a:solidFill>
              <a:srgbClr val="C30A1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09360" y="1463040"/>
            <a:ext cx="2560320" cy="82296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09360" y="1463040"/>
            <a:ext cx="36576" cy="82296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1508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Browser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18105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Anche con browser chiuso. Service Worker.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2468880"/>
            <a:ext cx="2560320" cy="82296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09360" y="2468880"/>
            <a:ext cx="36576" cy="82296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2514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(Resend)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46520" y="28163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Formattata HTML. SLA breach + admin alerts.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309360" y="3474720"/>
            <a:ext cx="2560320" cy="82296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09360" y="3474720"/>
            <a:ext cx="36576" cy="822960"/>
          </a:xfrm>
          <a:prstGeom prst="rect">
            <a:avLst/>
          </a:prstGeom>
          <a:solidFill>
            <a:srgbClr val="17C0EB"/>
          </a:solidFill>
          <a:ln/>
        </p:spPr>
      </p:sp>
      <p:sp>
        <p:nvSpPr>
          <p:cNvPr id="30" name="Text 28"/>
          <p:cNvSpPr/>
          <p:nvPr/>
        </p:nvSpPr>
        <p:spPr>
          <a:xfrm>
            <a:off x="6446520" y="3520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46520" y="38221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Privato al tecnico + gruppo MRS.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06240"/>
            <a:ext cx="8412480" cy="5029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42519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Anti-duplicato: notification ID per giorno previene invii multipli dello stesso alert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&amp; Analytics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7772400" y="182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MOCKUP</a:t>
            </a:r>
            <a:endParaRPr lang="en-US" sz="900" dirty="0"/>
          </a:p>
        </p:txBody>
      </p:sp>
      <p:pic>
        <p:nvPicPr>
          <p:cNvPr id="4" name="Image 0" descr="/sessions/brave-peaceful-lovelace/mockups/kpi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640080"/>
            <a:ext cx="8595360" cy="57332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L'impatto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155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0" y="11155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754880" y="11155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0" y="111556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554480"/>
            <a:ext cx="8229600" cy="4572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risposta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0" y="1554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4h+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&lt;1h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0" y="1554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D05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-75%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tracking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0" y="21031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21031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0" y="2103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D05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6517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Comunicazione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43200" y="2651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Telefono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0" y="2651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canali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0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3x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2004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Pianificazione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74320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5488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58000" y="3200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854D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 e KPI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743200" y="3749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754880" y="3749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58000" y="3749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C0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NEW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Il Team — 10 Persone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554480" cy="1645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640080" cy="64008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Marcello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240280"/>
            <a:ext cx="1097280" cy="2286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40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011680" y="1005840"/>
            <a:ext cx="1554480" cy="1645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68880" y="1188720"/>
            <a:ext cx="640080" cy="64008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10312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Jacopo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240280" y="2240280"/>
            <a:ext cx="1097280" cy="2286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14" name="Text 12"/>
          <p:cNvSpPr/>
          <p:nvPr/>
        </p:nvSpPr>
        <p:spPr>
          <a:xfrm>
            <a:off x="2240280" y="2240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Caposquadra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749040" y="1005840"/>
            <a:ext cx="1554480" cy="1645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06240" y="1188720"/>
            <a:ext cx="640080" cy="64008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17" name="Text 15"/>
          <p:cNvSpPr/>
          <p:nvPr/>
        </p:nvSpPr>
        <p:spPr>
          <a:xfrm>
            <a:off x="4206240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84048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977640" y="2240280"/>
            <a:ext cx="1097280" cy="22860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20" name="Text 18"/>
          <p:cNvSpPr/>
          <p:nvPr/>
        </p:nvSpPr>
        <p:spPr>
          <a:xfrm>
            <a:off x="3977640" y="2240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486400" y="1005840"/>
            <a:ext cx="1554480" cy="1645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43600" y="1188720"/>
            <a:ext cx="640080" cy="64008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0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7784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Giovanni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715000" y="2240280"/>
            <a:ext cx="1097280" cy="22860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26" name="Text 24"/>
          <p:cNvSpPr/>
          <p:nvPr/>
        </p:nvSpPr>
        <p:spPr>
          <a:xfrm>
            <a:off x="5715000" y="2240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223760" y="1005840"/>
            <a:ext cx="1554480" cy="1645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680960" y="1188720"/>
            <a:ext cx="640080" cy="640080"/>
          </a:xfrm>
          <a:prstGeom prst="ellipse">
            <a:avLst/>
          </a:prstGeom>
          <a:solidFill>
            <a:srgbClr val="888888"/>
          </a:solidFill>
          <a:ln/>
        </p:spPr>
      </p:sp>
      <p:sp>
        <p:nvSpPr>
          <p:cNvPr id="29" name="Text 27"/>
          <p:cNvSpPr/>
          <p:nvPr/>
        </p:nvSpPr>
        <p:spPr>
          <a:xfrm>
            <a:off x="7680960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31520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Fabio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452360" y="2240280"/>
            <a:ext cx="1097280" cy="228600"/>
          </a:xfrm>
          <a:prstGeom prst="rect">
            <a:avLst/>
          </a:prstGeom>
          <a:solidFill>
            <a:srgbClr val="888888"/>
          </a:solidFill>
          <a:ln/>
        </p:spPr>
      </p:sp>
      <p:sp>
        <p:nvSpPr>
          <p:cNvPr id="32" name="Text 30"/>
          <p:cNvSpPr/>
          <p:nvPr/>
        </p:nvSpPr>
        <p:spPr>
          <a:xfrm>
            <a:off x="7452360" y="2240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74320" y="2926080"/>
            <a:ext cx="1554480" cy="1645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31520" y="3108960"/>
            <a:ext cx="640080" cy="640080"/>
          </a:xfrm>
          <a:prstGeom prst="ellipse">
            <a:avLst/>
          </a:prstGeom>
          <a:solidFill>
            <a:srgbClr val="888888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365760" y="3840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Mirko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02920" y="4160520"/>
            <a:ext cx="1097280" cy="228600"/>
          </a:xfrm>
          <a:prstGeom prst="rect">
            <a:avLst/>
          </a:prstGeom>
          <a:solidFill>
            <a:srgbClr val="888888"/>
          </a:solidFill>
          <a:ln/>
        </p:spPr>
      </p:sp>
      <p:sp>
        <p:nvSpPr>
          <p:cNvPr id="38" name="Text 36"/>
          <p:cNvSpPr/>
          <p:nvPr/>
        </p:nvSpPr>
        <p:spPr>
          <a:xfrm>
            <a:off x="502920" y="41605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Tecnico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011680" y="2926080"/>
            <a:ext cx="1554480" cy="1645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2468880" y="3108960"/>
            <a:ext cx="640080" cy="640080"/>
          </a:xfrm>
          <a:prstGeom prst="ellipse">
            <a:avLst/>
          </a:prstGeom>
          <a:solidFill>
            <a:srgbClr val="34D058"/>
          </a:solidFill>
          <a:ln/>
        </p:spPr>
      </p:sp>
      <p:sp>
        <p:nvSpPr>
          <p:cNvPr id="41" name="Text 39"/>
          <p:cNvSpPr/>
          <p:nvPr/>
        </p:nvSpPr>
        <p:spPr>
          <a:xfrm>
            <a:off x="246888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2103120" y="3840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Fabrizio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240280" y="4160520"/>
            <a:ext cx="1097280" cy="22860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44" name="Text 42"/>
          <p:cNvSpPr/>
          <p:nvPr/>
        </p:nvSpPr>
        <p:spPr>
          <a:xfrm>
            <a:off x="2240280" y="41605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749040" y="2926080"/>
            <a:ext cx="1554480" cy="1645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206240" y="3108960"/>
            <a:ext cx="640080" cy="640080"/>
          </a:xfrm>
          <a:prstGeom prst="ellipse">
            <a:avLst/>
          </a:prstGeom>
          <a:solidFill>
            <a:srgbClr val="34D058"/>
          </a:solidFill>
          <a:ln/>
        </p:spPr>
      </p:sp>
      <p:sp>
        <p:nvSpPr>
          <p:cNvPr id="47" name="Text 45"/>
          <p:cNvSpPr/>
          <p:nvPr/>
        </p:nvSpPr>
        <p:spPr>
          <a:xfrm>
            <a:off x="420624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3840480" y="3840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Giuseppe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977640" y="4160520"/>
            <a:ext cx="1097280" cy="22860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50" name="Text 48"/>
          <p:cNvSpPr/>
          <p:nvPr/>
        </p:nvSpPr>
        <p:spPr>
          <a:xfrm>
            <a:off x="3977640" y="41605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486400" y="2926080"/>
            <a:ext cx="1554480" cy="1645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943600" y="3108960"/>
            <a:ext cx="640080" cy="640080"/>
          </a:xfrm>
          <a:prstGeom prst="ellipse">
            <a:avLst/>
          </a:prstGeom>
          <a:solidFill>
            <a:srgbClr val="34D058"/>
          </a:solidFill>
          <a:ln/>
        </p:spPr>
      </p:sp>
      <p:sp>
        <p:nvSpPr>
          <p:cNvPr id="53" name="Text 51"/>
          <p:cNvSpPr/>
          <p:nvPr/>
        </p:nvSpPr>
        <p:spPr>
          <a:xfrm>
            <a:off x="594360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5577840" y="3840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Gino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715000" y="4160520"/>
            <a:ext cx="1097280" cy="22860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56" name="Text 54"/>
          <p:cNvSpPr/>
          <p:nvPr/>
        </p:nvSpPr>
        <p:spPr>
          <a:xfrm>
            <a:off x="5715000" y="41605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7223760" y="2926080"/>
            <a:ext cx="1554480" cy="1645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7680960" y="3108960"/>
            <a:ext cx="640080" cy="640080"/>
          </a:xfrm>
          <a:prstGeom prst="ellipse">
            <a:avLst/>
          </a:prstGeom>
          <a:solidFill>
            <a:srgbClr val="34D058"/>
          </a:solidFill>
          <a:ln/>
        </p:spPr>
      </p:sp>
      <p:sp>
        <p:nvSpPr>
          <p:cNvPr id="59" name="Text 57"/>
          <p:cNvSpPr/>
          <p:nvPr/>
        </p:nvSpPr>
        <p:spPr>
          <a:xfrm>
            <a:off x="768096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7315200" y="3840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Emanuele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7452360" y="4160520"/>
            <a:ext cx="1097280" cy="22860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62" name="Text 60"/>
          <p:cNvSpPr/>
          <p:nvPr/>
        </p:nvSpPr>
        <p:spPr>
          <a:xfrm>
            <a:off x="7452360" y="41605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SYNTONIQA v1.0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32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Production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155/155 UAT PASS  ·  100% Serverless  ·  Zero Downtime Deploy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fieldforcemrser2026.github.io/syntoniqa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Syntoniqa v1.0 — Executive Deck</dc:title>
  <dc:subject>PptxGenJS Presentation</dc:subject>
  <dc:creator>Syntoniqa</dc:creator>
  <cp:lastModifiedBy>Syntoniqa</cp:lastModifiedBy>
  <cp:revision>1</cp:revision>
  <dcterms:created xsi:type="dcterms:W3CDTF">2026-03-03T11:55:22Z</dcterms:created>
  <dcterms:modified xsi:type="dcterms:W3CDTF">2026-03-03T11:55:22Z</dcterms:modified>
</cp:coreProperties>
</file>