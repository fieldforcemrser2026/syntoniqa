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SYNTONIQA v1.0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&amp; Formazione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Sessione formativa per Admin e Tecnici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2286000" cy="82296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3657600"/>
            <a:ext cx="54864" cy="82296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7033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233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slide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91840" y="3657600"/>
            <a:ext cx="2286000" cy="82296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3657600"/>
            <a:ext cx="54864" cy="82296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37033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40233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slide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852160" y="3657600"/>
            <a:ext cx="2286000" cy="82296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52160" y="3657600"/>
            <a:ext cx="54864" cy="82296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37033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Esercizi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89320" y="40233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Casi reali MRS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0" y="46634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MRS Lely Center Emilia Romagna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della Formazione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82296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82296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325880"/>
            <a:ext cx="548640" cy="5486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1371600" y="12344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Modulo Admin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Dashboard, urgenze, piano, AI, ordini, KPI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0" y="1417320"/>
            <a:ext cx="1097280" cy="3657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0" y="14173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8229600" cy="82296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148840"/>
            <a:ext cx="54864" cy="82296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2286000"/>
            <a:ext cx="548640" cy="54864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371600" y="21945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Modulo Tecnico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25603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mobile, flussi operativi, Telegram bot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2377440"/>
            <a:ext cx="1097280" cy="3657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2377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7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108960"/>
            <a:ext cx="8229600" cy="82296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108960"/>
            <a:ext cx="54864" cy="82296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246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1371600" y="31546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Esercizi Pratici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71600" y="35204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 reali MRS con hands-on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15200" y="3337560"/>
            <a:ext cx="1097280" cy="3657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0" y="33375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069080"/>
            <a:ext cx="8229600" cy="82296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406908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9" name="Shape 27"/>
          <p:cNvSpPr/>
          <p:nvPr/>
        </p:nvSpPr>
        <p:spPr>
          <a:xfrm>
            <a:off x="640080" y="4206240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206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80" dirty="0"/>
          </a:p>
        </p:txBody>
      </p:sp>
      <p:sp>
        <p:nvSpPr>
          <p:cNvPr id="31" name="Text 29"/>
          <p:cNvSpPr/>
          <p:nvPr/>
        </p:nvSpPr>
        <p:spPr>
          <a:xfrm>
            <a:off x="1371600" y="41148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371600" y="4480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Domande, feedback, prossimi passi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315200" y="4297680"/>
            <a:ext cx="1097280" cy="3657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0" y="42976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Modulo Admin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Dashboard, gestione urgenze, pianificazione, KPI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4389120"/>
            <a:ext cx="2743200" cy="36576"/>
          </a:xfrm>
          <a:prstGeom prst="rect">
            <a:avLst/>
          </a:prstGeom>
          <a:solidFill>
            <a:srgbClr val="C30A14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&amp; Dashboard Admin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347472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4747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Vai a admin_v1.html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Username: m.bozzarelli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Password: fornita dall'admin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Click 'Accedi'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Sessione JWT valida 24h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Auto-refresh del token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0" y="1188720"/>
            <a:ext cx="4114800" cy="347472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0" y="1188720"/>
            <a:ext cx="54864" cy="347472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2801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Home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754880" y="1920240"/>
            <a:ext cx="374904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0" y="1920240"/>
            <a:ext cx="54864" cy="50292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92024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Urgenze aperte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2560320"/>
            <a:ext cx="374904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Shape 12"/>
          <p:cNvSpPr/>
          <p:nvPr/>
        </p:nvSpPr>
        <p:spPr>
          <a:xfrm>
            <a:off x="4754880" y="2560320"/>
            <a:ext cx="54864" cy="50292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25603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 oggi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54880" y="3200400"/>
            <a:ext cx="374904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7" name="Shape 15"/>
          <p:cNvSpPr/>
          <p:nvPr/>
        </p:nvSpPr>
        <p:spPr>
          <a:xfrm>
            <a:off x="4754880" y="3200400"/>
            <a:ext cx="54864" cy="502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4983480" y="32004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Ordini pendenti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3840480"/>
            <a:ext cx="374904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0" name="Shape 18"/>
          <p:cNvSpPr/>
          <p:nvPr/>
        </p:nvSpPr>
        <p:spPr>
          <a:xfrm>
            <a:off x="4754880" y="3840480"/>
            <a:ext cx="54864" cy="5029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983480" y="384048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Tecnici attivi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Gestione Urgenze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1371600" cy="50292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Aperta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828800" y="1188720"/>
            <a:ext cx="1371600" cy="502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188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Assegnata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188720"/>
            <a:ext cx="1371600" cy="50292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0" y="1188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Schedulata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937760" y="1188720"/>
            <a:ext cx="1371600" cy="5029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188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Corso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92240" y="1188720"/>
            <a:ext cx="1371600" cy="5029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188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Risolta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0" y="1188720"/>
            <a:ext cx="1371600" cy="50292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0" y="1188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Chiusa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645920" y="144018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144018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144018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144018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144018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011680"/>
            <a:ext cx="3840480" cy="274320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011680"/>
            <a:ext cx="54864" cy="27432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2103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Azioni Admin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" y="2560320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Creare nuova urgenza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Assegnare tecnico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Schedulare data/ora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Monitorare SLA (warning → breach)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Chiudere con note finali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Escalation automatica &gt;4h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0" y="2011680"/>
            <a:ext cx="4114800" cy="274320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2011680"/>
            <a:ext cx="54864" cy="2743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21031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Engine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754880" y="2651760"/>
            <a:ext cx="1188720" cy="36576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8" name="Text 26"/>
          <p:cNvSpPr/>
          <p:nvPr/>
        </p:nvSpPr>
        <p:spPr>
          <a:xfrm>
            <a:off x="4754880" y="26517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035040" y="2651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i tempi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754880" y="3154680"/>
            <a:ext cx="1188720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1" name="Text 29"/>
          <p:cNvSpPr/>
          <p:nvPr/>
        </p:nvSpPr>
        <p:spPr>
          <a:xfrm>
            <a:off x="4754880" y="31546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035040" y="3154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tempo usato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754880" y="3657600"/>
            <a:ext cx="1188720" cy="3657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0" y="36576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3504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tempo usato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754880" y="4160520"/>
            <a:ext cx="1188720" cy="36576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7" name="Text 35"/>
          <p:cNvSpPr/>
          <p:nvPr/>
        </p:nvSpPr>
        <p:spPr>
          <a:xfrm>
            <a:off x="4754880" y="41605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BREACH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035040" y="41605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scaduto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 Interventi &amp; AI Planner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182880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82880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Piano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Crea intervento → assegna tecnico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Imposta data, durata, tipo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pianificato → in_corso → completato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Annulla se necessario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0" y="1188720"/>
            <a:ext cx="4114800" cy="182880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0" y="1188720"/>
            <a:ext cx="54864" cy="18288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2801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Planner (Gemini)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754880" y="173736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Ottimizza assegnazioni basandosi su: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Competenze tecnico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Distanza dal cliente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Carico di lavoro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Regole team (affiancamenti)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291840"/>
            <a:ext cx="54864" cy="137160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234440" y="33375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Esercizio: Crea un intervento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3794760"/>
            <a:ext cx="7132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Scenario: Robot Lely A5 del cliente Azienda Rossi necessita PM trimestrale.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Assegnare a Jacopo (TEC_691), data domani alle 9:00, durata 2h.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l'AI Planner per verificare se è la scelta ottimale.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Ordini · Clienti · Macchine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2743200" cy="347472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1188720"/>
            <a:ext cx="54864" cy="3474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2588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" y="1325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Ordini Ricambi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23774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Flusso: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richiesto → approvato →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ordinato → consegnato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Campi: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Codice ricambio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Quantità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Cliente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Tecnico richiedente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188720"/>
            <a:ext cx="2743200" cy="347472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188720"/>
            <a:ext cx="54864" cy="3474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3383280" y="132588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931920" y="1325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1920240"/>
            <a:ext cx="23774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Anagrafica: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Ragione sociale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Indirizzo + GPS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Telefono, email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Codice M3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Note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Mappa: visualizza tutti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clienti con pin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colorati per zona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1188720"/>
            <a:ext cx="2743200" cy="347472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188720"/>
            <a:ext cx="54864" cy="347472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858000" y="1325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Macchine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09360" y="1920240"/>
            <a:ext cx="23774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 Lely: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Robot mungitura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Robot alimentazione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Sensori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Campi: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Seriale, modello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Cliente associato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 installazione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Stato (attivo/fermo)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&amp; Configurazione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029200" cy="182880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82880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KPI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137160" cy="13716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7373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Urgenze risolte / settimana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057400"/>
            <a:ext cx="137160" cy="13716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11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medio risoluzione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2331720"/>
            <a:ext cx="137160" cy="1371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2860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compliance 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2606040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5603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 completati vs pianificati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0" y="1188720"/>
            <a:ext cx="3017520" cy="182880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669280" y="1188720"/>
            <a:ext cx="54864" cy="18288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5852160" y="12801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Configurazione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852160" y="173736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SLA tempi per priorità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Feature toggles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Notifiche on/off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Utenti e ruoli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White-label brand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291840"/>
            <a:ext cx="54864" cy="137160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234440" y="33375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Esercizio: Analizza i KPI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34440" y="3794760"/>
            <a:ext cx="7132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Accedi alla sezione KPI e identifica: quale tecnico ha il miglior tasso di completamento?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Quante urgenze sono state risolte entro SLA questa settimana?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 il tempo SLA per urgenze 'alta' a 4 ore.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Altre Sezioni Admin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697480" cy="169164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1097280"/>
            <a:ext cx="54864" cy="169164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5" name="Shape 3"/>
          <p:cNvSpPr/>
          <p:nvPr/>
        </p:nvSpPr>
        <p:spPr>
          <a:xfrm>
            <a:off x="411480" y="1234440"/>
            <a:ext cx="457200" cy="45720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60120" y="12344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Automezzi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Gestione furgoni: targa, modello, km, assegnazione tecnico. Scadenze revisione/assicurazione.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1097280"/>
            <a:ext cx="2697480" cy="169164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1097280"/>
            <a:ext cx="54864" cy="16916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Shape 9"/>
          <p:cNvSpPr/>
          <p:nvPr/>
        </p:nvSpPr>
        <p:spPr>
          <a:xfrm>
            <a:off x="3291840" y="123444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329184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840480" y="12344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Reperibilità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291840" y="173736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 settimanali: chi è reperibile, periodo, note. Calendario visivo.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97480" cy="169164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1097280"/>
            <a:ext cx="54864" cy="16916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Shape 15"/>
          <p:cNvSpPr/>
          <p:nvPr/>
        </p:nvSpPr>
        <p:spPr>
          <a:xfrm>
            <a:off x="6172200" y="1234440"/>
            <a:ext cx="457200" cy="45720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617220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720840" y="12344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Trasferte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172200" y="173736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Registrazione trasferte: destinazione, km, diaria, rimborsi. Export per contabilità.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3017520"/>
            <a:ext cx="2697480" cy="169164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017520"/>
            <a:ext cx="54864" cy="169164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3" name="Shape 21"/>
          <p:cNvSpPr/>
          <p:nvPr/>
        </p:nvSpPr>
        <p:spPr>
          <a:xfrm>
            <a:off x="411480" y="315468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3154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60120" y="31546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Installazioni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11480" y="365760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Nuove installazioni Lely: pianificazione, team, durata, stato avanzamento.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154680" y="3017520"/>
            <a:ext cx="2697480" cy="169164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154680" y="3017520"/>
            <a:ext cx="54864" cy="16916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9" name="Shape 27"/>
          <p:cNvSpPr/>
          <p:nvPr/>
        </p:nvSpPr>
        <p:spPr>
          <a:xfrm>
            <a:off x="3291840" y="3154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30" name="Text 28"/>
          <p:cNvSpPr/>
          <p:nvPr/>
        </p:nvSpPr>
        <p:spPr>
          <a:xfrm>
            <a:off x="3291840" y="3154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840480" y="31546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Interna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291840" y="365760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Messaggistica in-app: canali per progetto, allegati, menzioni. Alternativa a WhatsApp.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035040" y="3017520"/>
            <a:ext cx="2697480" cy="169164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35040" y="3017520"/>
            <a:ext cx="54864" cy="169164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35" name="Shape 33"/>
          <p:cNvSpPr/>
          <p:nvPr/>
        </p:nvSpPr>
        <p:spPr>
          <a:xfrm>
            <a:off x="6172200" y="3154680"/>
            <a:ext cx="457200" cy="45720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36" name="Text 34"/>
          <p:cNvSpPr/>
          <p:nvPr/>
        </p:nvSpPr>
        <p:spPr>
          <a:xfrm>
            <a:off x="6172200" y="3154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720840" y="31546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Notifiche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172200" y="365760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Centro notifiche: push, email, Telegram. Storico e filtri per tipo.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Modulo Tecnico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mobile PWA, operazioni sul campo, Telegram bot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4389120"/>
            <a:ext cx="2743200" cy="36576"/>
          </a:xfrm>
          <a:prstGeom prst="rect">
            <a:avLst/>
          </a:prstGeom>
          <a:solidFill>
            <a:srgbClr val="3B7EF7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Mobile — Setup &amp; Home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347472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Installazione PWA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85800" y="1920240"/>
            <a:ext cx="320040" cy="32004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20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8745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index_v2.html su Chrome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2423160"/>
            <a:ext cx="320040" cy="32004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4231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43000" y="23774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 ⋮ → 'Aggiungi a Home'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2926080"/>
            <a:ext cx="320040" cy="32004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926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3000" y="28803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Conferma installazione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" y="3429000"/>
            <a:ext cx="320040" cy="32004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4290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" y="33832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come app nativa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3931920"/>
            <a:ext cx="320040" cy="32004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931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3000" y="38862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con le tue credenziali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0" y="1188720"/>
            <a:ext cx="4114800" cy="347472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0" y="1188720"/>
            <a:ext cx="54864" cy="3474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0" y="12801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Schermata Home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754880" y="1874520"/>
            <a:ext cx="3749040" cy="411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18745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Urgenze assegnate a 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54880" y="2377440"/>
            <a:ext cx="3749040" cy="411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 di oggi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754880" y="2880360"/>
            <a:ext cx="3749040" cy="411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0" y="28803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Ordini in attesa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754880" y="3383280"/>
            <a:ext cx="3749040" cy="411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e notifiche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54880" y="3886200"/>
            <a:ext cx="3749040" cy="411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1"/>
          <p:cNvSpPr/>
          <p:nvPr/>
        </p:nvSpPr>
        <p:spPr>
          <a:xfrm>
            <a:off x="4937760" y="38862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Navigazione bottom tab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Flusso Urgenze — Tecnico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2011680" cy="228600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1188720"/>
            <a:ext cx="54864" cy="22860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1325880"/>
            <a:ext cx="548640" cy="5486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325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Ricevi Notifica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24231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+ Telegram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dettagli urgenza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68880" y="1188720"/>
            <a:ext cx="2011680" cy="228600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68880" y="1188720"/>
            <a:ext cx="54864" cy="2286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Shape 9"/>
          <p:cNvSpPr/>
          <p:nvPr/>
        </p:nvSpPr>
        <p:spPr>
          <a:xfrm>
            <a:off x="3154680" y="1325880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3154680" y="1325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2560320" y="20116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Prendi in Carico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60320" y="24231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Tocca 'Vado'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/vado su Telegram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1188720"/>
            <a:ext cx="2011680" cy="228600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1188720"/>
            <a:ext cx="54864" cy="2286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7" name="Shape 15"/>
          <p:cNvSpPr/>
          <p:nvPr/>
        </p:nvSpPr>
        <p:spPr>
          <a:xfrm>
            <a:off x="5349240" y="1325880"/>
            <a:ext cx="548640" cy="5486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Text 16"/>
          <p:cNvSpPr/>
          <p:nvPr/>
        </p:nvSpPr>
        <p:spPr>
          <a:xfrm>
            <a:off x="5349240" y="1325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80" dirty="0"/>
          </a:p>
        </p:txBody>
      </p:sp>
      <p:sp>
        <p:nvSpPr>
          <p:cNvPr id="19" name="Text 17"/>
          <p:cNvSpPr/>
          <p:nvPr/>
        </p:nvSpPr>
        <p:spPr>
          <a:xfrm>
            <a:off x="4754880" y="20116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Inizia Lavoro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54880" y="24231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Tocca 'In Corso'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/incorso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0" y="1188720"/>
            <a:ext cx="2011680" cy="228600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0" y="1188720"/>
            <a:ext cx="54864" cy="228600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3" name="Shape 21"/>
          <p:cNvSpPr/>
          <p:nvPr/>
        </p:nvSpPr>
        <p:spPr>
          <a:xfrm>
            <a:off x="7543800" y="13258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4" name="Text 22"/>
          <p:cNvSpPr/>
          <p:nvPr/>
        </p:nvSpPr>
        <p:spPr>
          <a:xfrm>
            <a:off x="7543800" y="1325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6949440" y="20116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Risolvi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49440" y="24231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Tocca 'Risolto'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aggiungi note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286000" y="2331720"/>
            <a:ext cx="18288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80560" y="2331720"/>
            <a:ext cx="18288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75120" y="2331720"/>
            <a:ext cx="18288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3749040"/>
            <a:ext cx="8229600" cy="109728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7200" y="3749040"/>
            <a:ext cx="54864" cy="10972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0080" y="38404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234440" y="37947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Esercizio: Risolvi un'urgenza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234440" y="4160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l'app tecnico, trova l'urgenza assegnata a te, prendila in carico, segnala 'in corso' e poi 'risolta' con una nota.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Bot — Comandi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402336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402336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0"/>
            <a:ext cx="2560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/vado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91840" y="1097280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urgenze aperte e prendine una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822960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572768"/>
            <a:ext cx="54864" cy="40233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72768"/>
            <a:ext cx="2560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/incorso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91840" y="157276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Segna urgenza corrente come in corso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48256"/>
            <a:ext cx="8229600" cy="402336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2048256"/>
            <a:ext cx="54864" cy="40233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048256"/>
            <a:ext cx="2560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/risolto [note]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91840" y="2048256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Chiudi urgenza con nota opzionale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822960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2523744"/>
            <a:ext cx="54864" cy="402336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523744"/>
            <a:ext cx="2560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7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91840" y="2523744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 stato delle tue urgenze attive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999232"/>
            <a:ext cx="8229600" cy="402336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2999232"/>
            <a:ext cx="54864" cy="40233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2999232"/>
            <a:ext cx="2560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/oggi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91840" y="2999232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interventi pianificati per oggi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474720"/>
            <a:ext cx="822960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474720"/>
            <a:ext cx="54864" cy="40233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474720"/>
            <a:ext cx="2560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/settimana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291840" y="3474720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 settimanale completo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3950208"/>
            <a:ext cx="8229600" cy="402336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28" name="Shape 26"/>
          <p:cNvSpPr/>
          <p:nvPr/>
        </p:nvSpPr>
        <p:spPr>
          <a:xfrm>
            <a:off x="457200" y="3950208"/>
            <a:ext cx="54864" cy="402336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950208"/>
            <a:ext cx="2560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/ordine cod qt cli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291840" y="395020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 ordine ricambio veloce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4425696"/>
            <a:ext cx="822960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2" name="Shape 30"/>
          <p:cNvSpPr/>
          <p:nvPr/>
        </p:nvSpPr>
        <p:spPr>
          <a:xfrm>
            <a:off x="457200" y="4425696"/>
            <a:ext cx="54864" cy="402336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4425696"/>
            <a:ext cx="2560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Testo / Foto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291840" y="4425696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Gemini analizza e suggerisce azione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45720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Tip: Invia una foto di un guasto al bot — l'AI Gemini la analizzerà e creerà automaticamente un'urgenza!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 &amp; Calendario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182880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182880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tuoi Interventi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Lista interventi assegnati a te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Filtro per data: oggi, domani, settimana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Dettaglio: cliente, macchina, tipo, durata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Navigazione GPS al cliente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Segna completato con note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0" y="1188720"/>
            <a:ext cx="4114800" cy="182880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0" y="1188720"/>
            <a:ext cx="54864" cy="18288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2801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Calendario Visivo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754880" y="173736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Vista settimanale/mensile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Colori per tipo intervento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Drag non disponibile (mobile)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Sincronizzato in tempo reale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Reminder automatici il giorno prima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3840480" cy="146304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291840"/>
            <a:ext cx="54864" cy="146304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3832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Visualizza clienti sulla mappa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pin colorati. Tocca per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navigare con Google Maps.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0" y="3291840"/>
            <a:ext cx="4114800" cy="146304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0" y="3291840"/>
            <a:ext cx="54864" cy="1463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33832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Ordini Ricambi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374904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 ordine dal campo: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codice ricambio, quantità,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cliente. Traccia stato ordine.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Notifiche &amp; Profilo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228600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22860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Notifiche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85800" y="1920240"/>
            <a:ext cx="164592" cy="164592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828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browser — Anche con browser chiuso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331720"/>
            <a:ext cx="164592" cy="164592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22402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privato — Assegnazioni, escalation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2743200"/>
            <a:ext cx="164592" cy="164592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6517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badge — Contatore non lette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154680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063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(Resend) — SLA breach, urgenze critiche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0" y="1188720"/>
            <a:ext cx="4114800" cy="228600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0" y="1188720"/>
            <a:ext cx="54864" cy="228600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2801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Profilo Tecnico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54880" y="1737360"/>
            <a:ext cx="37490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Modifica dati personali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Cambio password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Imposta notifiche push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Registra device Telegram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Vedi statistiche personali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Dark mode (se abilitato)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8229600" cy="109728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749040"/>
            <a:ext cx="54864" cy="10972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38404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234440" y="37947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Esercizio: Configura le tue notifiche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34440" y="4160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Accedi al profilo, abilita le notifiche push, collega il tuo account Telegram e verifica di ricevere un messaggio di test.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Esercizi Pratici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 reali MRS — hands-on con il sistema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4389120"/>
            <a:ext cx="2743200" cy="36576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1 — Urgenza Robot Mungitura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13716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cliente 'Azienda Agricola Verdi' (Parma) segnala che il robot di mungitura Lely A5 si è bloccato.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È domenica sera, Jacopo è di reperibilità. Il robot serve per la mungitura delle 5:00 di domani mattina.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1097280" cy="36576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651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91640" y="26517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 urgenza con priorità ALTA, tipo 'guasto robot'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097280" cy="36576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1089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91640" y="31089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 Telegram a Jacopo (reperibile) + push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566160"/>
            <a:ext cx="1097280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5661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691640" y="35661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Jacopo risponde /vado dal Telegram bot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023360"/>
            <a:ext cx="1097280" cy="3657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0233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691640" y="4023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Arriva, invia foto guasto al bot → AI analizza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480560"/>
            <a:ext cx="1097280" cy="36576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4805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691640" y="44805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/incorso, ripara, /risolto 'Sostituito sensore laser'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2 — Pianificazione PM Settimanale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137160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7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È lunedì mattina. Devi pianificare gli interventi PM della settimana per 8 clienti nella zona Piacenza-Parma.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4 tecnici disponibili. Giuseppe (junior) deve lavorare affiancato a un senior.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1097280" cy="36576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651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91640" y="26517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Piano Interventi → Nuovi interventi per 8 clienti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097280" cy="3657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1089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91640" y="31089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AI Planner → suggerisce assegnazioni ottimali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566160"/>
            <a:ext cx="1097280" cy="3657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5661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691640" y="35661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Giuseppe assegnato con Jacopo (regola affiancamento)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023360"/>
            <a:ext cx="1097280" cy="36576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0233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691640" y="4023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 piano, sistema notifica i tecnici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480560"/>
            <a:ext cx="1097280" cy="36576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4805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691640" y="44805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Vedono calendario aggiornato sull'app mobile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3 — Ordine Ricambio dal Campo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1371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Giovanni è presso un cliente a Bologna. Durante un intervento scopre che serve un ricambio non disponibile.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 ordinarlo subito per minimizzare il downtime del robot.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1097280" cy="36576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651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91640" y="26517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app: Ordini → Nuovo → codice: LY-SENS-42, qt: 2, cliente: Rossi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097280" cy="3657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1089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Oppure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91640" y="31089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Telegram: /ordine LY-SENS-42 2 Rossi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566160"/>
            <a:ext cx="1097280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5661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691640" y="35661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Ordine creato con stato 'richiesto', notifica admin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023360"/>
            <a:ext cx="1097280" cy="36576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0233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691640" y="4023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 ordine → stato diventa 'approvato' → 'ordinato'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480560"/>
            <a:ext cx="1097280" cy="36576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4805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691640" y="44805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consegnato, notifica al tecnico richiedente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Reference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146304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146304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di Accesso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fieldforcemrser2026.github.io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/syntoniqa/admin_v1.html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Tecnico: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.../index_v2.html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1097280"/>
            <a:ext cx="4114800" cy="146304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0" y="1097280"/>
            <a:ext cx="54864" cy="146304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1887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Comandi TG Essenziali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54880" y="155448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/vado → prendi urgenza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/incorso → inizia lavoro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/risolto [note] → chiudi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/oggi → piano di oggi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/ordine cod qt cli → ordina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3840480" cy="201168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743200"/>
            <a:ext cx="54864" cy="20116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34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 &amp; Colori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3291840"/>
            <a:ext cx="228600" cy="18288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Aperta / Richiesto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3584448"/>
            <a:ext cx="228600" cy="182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5387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Assegnata / Approvato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877056"/>
            <a:ext cx="228600" cy="18288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383133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Corso / Ordinato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4169664"/>
            <a:ext cx="228600" cy="1828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12394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Risolta / Consegnato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4462272"/>
            <a:ext cx="228600" cy="18288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44165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Chiusa / Completato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0" y="2743200"/>
            <a:ext cx="4114800" cy="2011680"/>
          </a:xfrm>
          <a:prstGeom prst="rect">
            <a:avLst/>
          </a:prstGeom>
          <a:solidFill>
            <a:srgbClr val="2A2A2A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2743200"/>
            <a:ext cx="54864" cy="20116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28346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Supporto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754880" y="3246120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Admin: Marcello Bozzarelli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Email: mbozzar@gmail.com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Gruppo Telegram MRS: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segnalazioni urgenti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Documentazione completa: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/docs/ nel repo GitHub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Grazie!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Domande?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 è il momento di mettere in pratica!</a:t>
            </a:r>
            <a:endParaRPr lang="en-US" sz="1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Accedi al sistema e prova i flussi visti oggi.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4389120"/>
            <a:ext cx="9144000" cy="36576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SYNTONIQA v1.0 — MRS Lely Center Emilia Romagna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Syntoniqa v1.0 — Training Deck</dc:title>
  <dc:subject>PptxGenJS Presentation</dc:subject>
  <dc:creator>Syntoniqa</dc:creator>
  <cp:lastModifiedBy>Syntoniqa</cp:lastModifiedBy>
  <cp:revision>1</cp:revision>
  <dcterms:created xsi:type="dcterms:W3CDTF">2026-03-03T08:53:53Z</dcterms:created>
  <dcterms:modified xsi:type="dcterms:W3CDTF">2026-03-03T08:53:53Z</dcterms:modified>
</cp:coreProperties>
</file>