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SYNTONIQA v1.0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Session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Service Management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MRS Lely Center Emilia Romagna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3657600"/>
            <a:ext cx="1828800" cy="36576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Marzo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34440"/>
            <a:ext cx="411480" cy="4114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07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728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Sessione Admin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Dashboard KPI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217627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Gestione Urgenze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52374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Piano Interventi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87121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AI Planner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21868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Ordini Ricambi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56616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Configurazione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92040" y="1234440"/>
            <a:ext cx="411480" cy="41148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5" name="Text 13"/>
          <p:cNvSpPr/>
          <p:nvPr/>
        </p:nvSpPr>
        <p:spPr>
          <a:xfrm>
            <a:off x="4892040" y="120700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394960" y="12801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Sessione Tecnico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92040" y="182880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Installazione PWA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2176272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Urgenze Mobile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92040" y="2523744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Telegram Bot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92040" y="2871216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Calendario Interventi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92040" y="3218688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Mappa Operativa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92040" y="3566160"/>
            <a:ext cx="3566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Notifiche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Durata: ~90 minuti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Architettura Sistema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011680" cy="548640"/>
          </a:xfrm>
          <a:prstGeom prst="roundRect">
            <a:avLst/>
          </a:prstGeom>
          <a:solidFill>
            <a:srgbClr val="C30A14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Admin SPA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566160" y="1188720"/>
            <a:ext cx="2011680" cy="548640"/>
          </a:xfrm>
          <a:prstGeom prst="roundRect">
            <a:avLst/>
          </a:prstGeom>
          <a:solidFill>
            <a:srgbClr val="3B7EF7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66160" y="11887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Mobile PWA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675120" y="1188720"/>
            <a:ext cx="2011680" cy="548640"/>
          </a:xfrm>
          <a:prstGeom prst="roundRect">
            <a:avLst/>
          </a:prstGeom>
          <a:solidFill>
            <a:srgbClr val="0088CC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18872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Telegram Bot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463040" y="1737360"/>
            <a:ext cx="0" cy="548640"/>
          </a:xfrm>
          <a:prstGeom prst="line">
            <a:avLst/>
          </a:prstGeom>
          <a:noFill/>
          <a:ln w="12700">
            <a:solidFill>
              <a:srgbClr val="B0B0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0" y="1737360"/>
            <a:ext cx="0" cy="548640"/>
          </a:xfrm>
          <a:prstGeom prst="line">
            <a:avLst/>
          </a:prstGeom>
          <a:noFill/>
          <a:ln w="12700">
            <a:solidFill>
              <a:srgbClr val="B0B0B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0" y="1737360"/>
            <a:ext cx="0" cy="548640"/>
          </a:xfrm>
          <a:prstGeom prst="line">
            <a:avLst/>
          </a:prstGeom>
          <a:noFill/>
          <a:ln w="12700">
            <a:solidFill>
              <a:srgbClr val="B0B0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94560" y="2194560"/>
            <a:ext cx="4754880" cy="73152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94560" y="23317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Cloudflare Worker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0" y="2926080"/>
            <a:ext cx="0" cy="457200"/>
          </a:xfrm>
          <a:prstGeom prst="line">
            <a:avLst/>
          </a:prstGeom>
          <a:noFill/>
          <a:ln w="12700">
            <a:solidFill>
              <a:srgbClr val="B0B0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3474720"/>
            <a:ext cx="3657600" cy="640080"/>
          </a:xfrm>
          <a:prstGeom prst="roundRect">
            <a:avLst/>
          </a:prstGeom>
          <a:solidFill>
            <a:srgbClr val="2A2A2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</a:rPr>
              <a:t>Supabase PostgreSQL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</a:rPr>
              <a:t>22 tabelle • Data tiered • Row-level security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Login &amp; Dashboard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Login Flow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Username/Password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JWT Token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Session Attiva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Dashboard KPI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937760" y="1920240"/>
            <a:ext cx="1554480" cy="914400"/>
          </a:xfrm>
          <a:prstGeom prst="rect">
            <a:avLst/>
          </a:prstGeom>
          <a:solidFill>
            <a:srgbClr val="1A1A1A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2057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F44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029200" y="2468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Urgenze Oggi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675120" y="1920240"/>
            <a:ext cx="1554480" cy="914400"/>
          </a:xfrm>
          <a:prstGeom prst="rect">
            <a:avLst/>
          </a:prstGeom>
          <a:solidFill>
            <a:srgbClr val="1A1A1A"/>
          </a:solidFill>
          <a:ln w="12700">
            <a:solidFill>
              <a:srgbClr val="3B7E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205740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766560" y="2468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937760" y="3017520"/>
            <a:ext cx="1554480" cy="914400"/>
          </a:xfrm>
          <a:prstGeom prst="rect">
            <a:avLst/>
          </a:prstGeom>
          <a:solidFill>
            <a:srgbClr val="1A1A1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0" y="3154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029200" y="3566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675120" y="3017520"/>
            <a:ext cx="1554480" cy="914400"/>
          </a:xfrm>
          <a:prstGeom prst="rect">
            <a:avLst/>
          </a:prstGeom>
          <a:solidFill>
            <a:srgbClr val="1A1A1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0" y="315468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766560" y="3566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Tecnici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Gestione Urgenze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1188720" cy="457200"/>
          </a:xfrm>
          <a:prstGeom prst="roundRect">
            <a:avLst/>
          </a:prstGeom>
          <a:solidFill>
            <a:srgbClr val="EF4444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Aperta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965960" y="1444752"/>
            <a:ext cx="3200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1280160"/>
            <a:ext cx="1188720" cy="457200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2057400" y="1280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Assegnata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444752"/>
            <a:ext cx="3200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9" name="Shape 7"/>
          <p:cNvSpPr/>
          <p:nvPr/>
        </p:nvSpPr>
        <p:spPr>
          <a:xfrm>
            <a:off x="3383280" y="1280160"/>
            <a:ext cx="1188720" cy="457200"/>
          </a:xfrm>
          <a:prstGeom prst="roundRect">
            <a:avLst/>
          </a:prstGeom>
          <a:solidFill>
            <a:srgbClr val="3B7EF7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80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Schedulata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1444752"/>
            <a:ext cx="3200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2" name="Shape 10"/>
          <p:cNvSpPr/>
          <p:nvPr/>
        </p:nvSpPr>
        <p:spPr>
          <a:xfrm>
            <a:off x="4709160" y="1280160"/>
            <a:ext cx="1188720" cy="45720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709160" y="1280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 Corso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1444752"/>
            <a:ext cx="3200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35040" y="1280160"/>
            <a:ext cx="1188720" cy="457200"/>
          </a:xfrm>
          <a:prstGeom prst="roundRect">
            <a:avLst/>
          </a:prstGeom>
          <a:solidFill>
            <a:srgbClr val="22C55E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280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Risolta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269480" y="1444752"/>
            <a:ext cx="3200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8" name="Shape 16"/>
          <p:cNvSpPr/>
          <p:nvPr/>
        </p:nvSpPr>
        <p:spPr>
          <a:xfrm>
            <a:off x="7360920" y="1280160"/>
            <a:ext cx="1188720" cy="457200"/>
          </a:xfrm>
          <a:prstGeom prst="roundRect">
            <a:avLst/>
          </a:prstGeom>
          <a:solidFill>
            <a:srgbClr val="808080"/>
          </a:solidFill>
          <a:ln/>
        </p:spPr>
      </p:sp>
      <p:sp>
        <p:nvSpPr>
          <p:cNvPr id="19" name="Text 17"/>
          <p:cNvSpPr/>
          <p:nvPr/>
        </p:nvSpPr>
        <p:spPr>
          <a:xfrm>
            <a:off x="7360920" y="12801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Chiusa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2103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Azioni Disponibili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651760"/>
            <a:ext cx="1828800" cy="1645920"/>
          </a:xfrm>
          <a:prstGeom prst="rect">
            <a:avLst/>
          </a:prstGeom>
          <a:solidFill>
            <a:srgbClr val="1A1A1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32461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Nuova urgenza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468880" y="2651760"/>
            <a:ext cx="1828800" cy="1645920"/>
          </a:xfrm>
          <a:prstGeom prst="rect">
            <a:avLst/>
          </a:prstGeom>
          <a:solidFill>
            <a:srgbClr val="1A1A1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Assegna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560320" y="32461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un tecnico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480560" y="2651760"/>
            <a:ext cx="1828800" cy="1645920"/>
          </a:xfrm>
          <a:prstGeom prst="rect">
            <a:avLst/>
          </a:prstGeom>
          <a:solidFill>
            <a:srgbClr val="1A1A1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Imposta SLA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0" y="32461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limite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92240" y="2651760"/>
            <a:ext cx="1828800" cy="1645920"/>
          </a:xfrm>
          <a:prstGeom prst="rect">
            <a:avLst/>
          </a:prstGeom>
          <a:solidFill>
            <a:srgbClr val="1A1A1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Monitora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583680" y="32461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real-time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Piano Interventi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097280" cy="457200"/>
          </a:xfrm>
          <a:prstGeom prst="roundRect">
            <a:avLst/>
          </a:prstGeom>
          <a:solidFill>
            <a:srgbClr val="3B7EF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645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Pianificato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600200" y="1810512"/>
            <a:ext cx="18288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1645920"/>
            <a:ext cx="1097280" cy="45720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1645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 Corso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810512"/>
            <a:ext cx="18288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0" name="Shape 8"/>
          <p:cNvSpPr/>
          <p:nvPr/>
        </p:nvSpPr>
        <p:spPr>
          <a:xfrm>
            <a:off x="3017520" y="1645920"/>
            <a:ext cx="1097280" cy="457200"/>
          </a:xfrm>
          <a:prstGeom prst="round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16459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Completato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51760" y="1645920"/>
            <a:ext cx="0" cy="-457200"/>
          </a:xfrm>
          <a:prstGeom prst="line">
            <a:avLst/>
          </a:prstGeom>
          <a:noFill/>
          <a:ln w="12700">
            <a:solidFill>
              <a:srgbClr val="EF4444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286000" y="1097280"/>
            <a:ext cx="731520" cy="320040"/>
          </a:xfrm>
          <a:prstGeom prst="round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2286000" y="109728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Annullato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Nuovo Intervento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37760" y="1828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Cliente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1488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Macchina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468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Tecnico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2788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Inizio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31089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Tipo Intervento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429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Note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Planner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103120" cy="338328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Vincoli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737360" cy="54864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920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Team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651760"/>
            <a:ext cx="1737360" cy="54864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517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Zone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3383280"/>
            <a:ext cx="1737360" cy="54864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38328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Veicoli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4114800"/>
            <a:ext cx="1737360" cy="54864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1148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Competenze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920240"/>
            <a:ext cx="822960" cy="82296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9202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15" name="Shape 13"/>
          <p:cNvSpPr/>
          <p:nvPr/>
        </p:nvSpPr>
        <p:spPr>
          <a:xfrm>
            <a:off x="2560320" y="2267712"/>
            <a:ext cx="548640" cy="91440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6" name="Shape 14"/>
          <p:cNvSpPr/>
          <p:nvPr/>
        </p:nvSpPr>
        <p:spPr>
          <a:xfrm>
            <a:off x="4754880" y="1188720"/>
            <a:ext cx="3931920" cy="3383280"/>
          </a:xfrm>
          <a:prstGeom prst="rect">
            <a:avLst/>
          </a:prstGeom>
          <a:solidFill>
            <a:srgbClr val="1A1A1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267712"/>
            <a:ext cx="640080" cy="91440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13716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Piano Ottimizzato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1920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Itinerari ottimali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2423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Bilanciamento team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29260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Minimizzazione spostamenti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4290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SLA rispettati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393192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Competenze match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Manutenzione Preventiva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691640" y="1965960"/>
            <a:ext cx="1188720" cy="1188720"/>
          </a:xfrm>
          <a:prstGeom prst="ellipse">
            <a:avLst/>
          </a:prstGeom>
          <a:solidFill>
            <a:srgbClr val="1A1A1A">
              <a:alpha val="20000"/>
            </a:srgbClr>
          </a:solidFill>
          <a:ln w="12700">
            <a:solidFill>
              <a:srgbClr val="C30A14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2514600" y="2331720"/>
            <a:ext cx="731520" cy="457200"/>
          </a:xfrm>
          <a:prstGeom prst="round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2514600" y="23317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Define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920240" y="2926080"/>
            <a:ext cx="731520" cy="457200"/>
          </a:xfrm>
          <a:prstGeom prst="roundRect">
            <a:avLst/>
          </a:prstGeom>
          <a:solidFill>
            <a:srgbClr val="3B7EF7"/>
          </a:solidFill>
          <a:ln/>
        </p:spPr>
      </p:sp>
      <p:sp>
        <p:nvSpPr>
          <p:cNvPr id="7" name="Text 5"/>
          <p:cNvSpPr/>
          <p:nvPr/>
        </p:nvSpPr>
        <p:spPr>
          <a:xfrm>
            <a:off x="1920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Schedule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325880" y="2331720"/>
            <a:ext cx="731520" cy="45720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23317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Execute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920240" y="1737360"/>
            <a:ext cx="731520" cy="457200"/>
          </a:xfrm>
          <a:prstGeom prst="round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1920240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Monitor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Configurazione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19202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Tipi di macchina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Intervalli (ore)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37760" y="2651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Checklist standard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30175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Pezzi di ricambio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SLA definito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Ordini Ricambi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1645920" cy="548640"/>
          </a:xfrm>
          <a:prstGeom prst="roundRect">
            <a:avLst/>
          </a:prstGeom>
          <a:solidFill>
            <a:srgbClr val="EF444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Richiesto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377440" y="1490472"/>
            <a:ext cx="914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6" name="Shape 4"/>
          <p:cNvSpPr/>
          <p:nvPr/>
        </p:nvSpPr>
        <p:spPr>
          <a:xfrm>
            <a:off x="2468880" y="1280160"/>
            <a:ext cx="1645920" cy="548640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246888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Approvato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06240" y="1490472"/>
            <a:ext cx="914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0" y="1280160"/>
            <a:ext cx="1645920" cy="548640"/>
          </a:xfrm>
          <a:prstGeom prst="roundRect">
            <a:avLst/>
          </a:prstGeom>
          <a:solidFill>
            <a:srgbClr val="3B7EF7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Ordinato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35040" y="1490472"/>
            <a:ext cx="9144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280160"/>
            <a:ext cx="1645920" cy="548640"/>
          </a:xfrm>
          <a:prstGeom prst="round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2801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Consegnato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8229600" cy="237744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" y="23774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Come Creare un Ordine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28346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283464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Codice ricambio (es: LEL-2024-001)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3291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Quantità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194560" y="329184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pezzi da ordinare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3749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374904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Allevamento destinazione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206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Urgenza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194560" y="420624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 urgenza per priorità shipping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Clienti, Macchine, Automezzi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00200" y="1325880"/>
            <a:ext cx="365760" cy="36576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1600200" y="1298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Clienti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Registro completo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Geolocalizzazione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3154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Contatti diretti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434840" y="1325880"/>
            <a:ext cx="365760" cy="36576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2" name="Text 10"/>
          <p:cNvSpPr/>
          <p:nvPr/>
        </p:nvSpPr>
        <p:spPr>
          <a:xfrm>
            <a:off x="4434840" y="1298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8328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Macchine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2240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Robot Lely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9000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Tipo e modello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9000" y="3154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Stato operativo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69480" y="132588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7269480" y="1298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1792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Automezzi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Furgoni assegnati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63640" y="26974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Disponibilità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63640" y="31546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Capacità cargo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Mappa Operativa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760720" cy="365760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645920"/>
            <a:ext cx="274320" cy="27432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691640" y="16459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743200" y="2011680"/>
            <a:ext cx="274320" cy="27432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7" name="Text 5"/>
          <p:cNvSpPr/>
          <p:nvPr/>
        </p:nvSpPr>
        <p:spPr>
          <a:xfrm>
            <a:off x="3063240" y="20116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Pianificato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14800" y="2560320"/>
            <a:ext cx="274320" cy="2743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4434840" y="25603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0" y="3474720"/>
            <a:ext cx="274320" cy="2743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34747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92240" y="12801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Legenda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828800"/>
            <a:ext cx="182880" cy="1828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182880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2286000"/>
            <a:ext cx="182880" cy="18288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228600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Pianificato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92240" y="2743200"/>
            <a:ext cx="182880" cy="18288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274320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200400"/>
            <a:ext cx="182880" cy="182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0" y="320040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Corso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36576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Zone Coperte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02336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zone • 70+ clienti • Copertura Emilia Romagna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KPI &amp; Analytics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303520" cy="347472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2103120"/>
            <a:ext cx="914400" cy="155448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749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B0B0"/>
                </a:solidFill>
              </a:rPr>
              <a:t>Gen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30A14"/>
                </a:solidFill>
              </a:rPr>
              <a:t>85%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03120" y="1975104"/>
            <a:ext cx="914400" cy="1682496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8" name="Text 6"/>
          <p:cNvSpPr/>
          <p:nvPr/>
        </p:nvSpPr>
        <p:spPr>
          <a:xfrm>
            <a:off x="2103120" y="3749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B0B0"/>
                </a:solidFill>
              </a:rPr>
              <a:t>Feb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1700784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EF7"/>
                </a:solidFill>
              </a:rPr>
              <a:t>92%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566160" y="2048256"/>
            <a:ext cx="914400" cy="160934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37490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B0B0"/>
                </a:solidFill>
              </a:rPr>
              <a:t>Mar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66160" y="1773936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C55E"/>
                </a:solidFill>
              </a:rPr>
              <a:t>88%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46888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28016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00800" y="16916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SLA 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2377440"/>
            <a:ext cx="246888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246888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2.3h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Tempo Medio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566160"/>
            <a:ext cx="246888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3657600"/>
            <a:ext cx="2103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400800" y="4069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Interventi/Sett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Configurazione &amp; Utenti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Ruoli Utente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661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228600" cy="228600"/>
          </a:xfrm>
          <a:prstGeom prst="rect">
            <a:avLst/>
          </a:prstGeom>
          <a:solidFill>
            <a:srgbClr val="C30A14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69164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Admin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35661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148840"/>
            <a:ext cx="228600" cy="2286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14884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Caposquadra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35661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3B7E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606040"/>
            <a:ext cx="228600" cy="228600"/>
          </a:xfrm>
          <a:prstGeom prst="rect">
            <a:avLst/>
          </a:prstGeom>
          <a:solidFill>
            <a:srgbClr val="3B7EF7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60604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Senior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35661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063240"/>
            <a:ext cx="228600" cy="2286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06324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Tecnico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474720"/>
            <a:ext cx="356616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520440"/>
            <a:ext cx="228600" cy="2286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3520440"/>
            <a:ext cx="3063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Junior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097280"/>
            <a:ext cx="3931920" cy="347472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Opzioni Config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93776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Attivo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37760" y="24231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Flags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24231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Personalizzabile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937760" y="29260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Notifiche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0" y="29260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+ TG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37760" y="3429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API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0" y="3429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37760" y="39319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Urgenze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58000" y="3931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Illimitato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3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SESSIONE TECNICO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Mobile PWA + Telegram Bot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Installazione PWA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18288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43000" y="1280160"/>
            <a:ext cx="457200" cy="4572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🔗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Link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188720"/>
            <a:ext cx="1828800" cy="18288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154680" y="1280160"/>
            <a:ext cx="457200" cy="4572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651760" y="1920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⋮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51760" y="24688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480560" y="1188720"/>
            <a:ext cx="1828800" cy="18288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166360" y="1280160"/>
            <a:ext cx="457200" cy="4572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5" name="Text 13"/>
          <p:cNvSpPr/>
          <p:nvPr/>
        </p:nvSpPr>
        <p:spPr>
          <a:xfrm>
            <a:off x="516636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663440" y="1920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➕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63440" y="24688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Aggiungi Home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1188720"/>
            <a:ext cx="1828800" cy="18288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178040" y="1280160"/>
            <a:ext cx="457200" cy="4572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20" name="Text 18"/>
          <p:cNvSpPr/>
          <p:nvPr/>
        </p:nvSpPr>
        <p:spPr>
          <a:xfrm>
            <a:off x="7178040" y="1280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675120" y="19202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✓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675120" y="24688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Conferma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fieldforcemrser2026.github.io/syntoniqa/index_v2.html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Home &amp; Navigazione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828800" cy="347472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170432"/>
            <a:ext cx="1682496" cy="3328416"/>
          </a:xfrm>
          <a:prstGeom prst="roundRect">
            <a:avLst/>
          </a:prstGeom>
          <a:solidFill>
            <a:srgbClr val="0A0A0A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206240"/>
            <a:ext cx="33649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9731" y="4206240"/>
            <a:ext cx="33649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⚠️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86230" y="4206240"/>
            <a:ext cx="33649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22730" y="4206240"/>
            <a:ext cx="33649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🗺️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059229" y="4206240"/>
            <a:ext cx="33649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834640" y="13716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Home Dashboard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34640" y="192024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Urgenze priorità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834640" y="24688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Calendario interventi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34640" y="301752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Mappa geolocalizzazione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356616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Profilo tecnico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Gestione Urgenze (Mobile)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1371600" cy="457200"/>
          </a:xfrm>
          <a:prstGeom prst="roundRect">
            <a:avLst/>
          </a:prstGeom>
          <a:solidFill>
            <a:srgbClr val="3B7EF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Lista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103120" y="1444752"/>
            <a:ext cx="13716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6" name="Shape 4"/>
          <p:cNvSpPr/>
          <p:nvPr/>
        </p:nvSpPr>
        <p:spPr>
          <a:xfrm>
            <a:off x="2286000" y="1280160"/>
            <a:ext cx="1371600" cy="457200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1280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Prendi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749040" y="1444752"/>
            <a:ext cx="13716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9" name="Shape 7"/>
          <p:cNvSpPr/>
          <p:nvPr/>
        </p:nvSpPr>
        <p:spPr>
          <a:xfrm>
            <a:off x="3931920" y="1280160"/>
            <a:ext cx="1371600" cy="457200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3931920" y="1280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 Corso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1444752"/>
            <a:ext cx="137160" cy="128016"/>
          </a:xfrm>
          <a:prstGeom prst="rightArrow">
            <a:avLst/>
          </a:prstGeom>
          <a:solidFill>
            <a:srgbClr val="B0B0B0"/>
          </a:solidFill>
          <a:ln/>
        </p:spPr>
      </p:sp>
      <p:sp>
        <p:nvSpPr>
          <p:cNvPr id="12" name="Shape 10"/>
          <p:cNvSpPr/>
          <p:nvPr/>
        </p:nvSpPr>
        <p:spPr>
          <a:xfrm>
            <a:off x="5577840" y="1280160"/>
            <a:ext cx="1371600" cy="457200"/>
          </a:xfrm>
          <a:prstGeom prst="round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5577840" y="12801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Risolto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3840480" cy="109728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240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Prendi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26060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Accetta urgenza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54880" y="2103120"/>
            <a:ext cx="3840480" cy="109728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240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Cronometro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6060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timer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3840480" cy="109728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611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Foto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3977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Documentazione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474720"/>
            <a:ext cx="3840480" cy="109728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36118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Risolvi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37760" y="3977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Concludi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Calendario &amp; Mappa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65760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Calendario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Marzo 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411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8080"/>
                </a:solidFill>
              </a:rPr>
              <a:t>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97280" y="2194560"/>
            <a:ext cx="411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8080"/>
                </a:solidFill>
              </a:rPr>
              <a:t>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554480" y="2194560"/>
            <a:ext cx="411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8080"/>
                </a:solidFill>
              </a:rPr>
              <a:t>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11680" y="2194560"/>
            <a:ext cx="411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8080"/>
                </a:solidFill>
              </a:rPr>
              <a:t>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68880" y="2194560"/>
            <a:ext cx="411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8080"/>
                </a:solidFill>
              </a:rPr>
              <a:t>V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6080" y="2194560"/>
            <a:ext cx="411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8080"/>
                </a:solidFill>
              </a:rPr>
              <a:t>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83280" y="2194560"/>
            <a:ext cx="411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08080"/>
                </a:solidFill>
              </a:rPr>
              <a:t>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0080" y="251460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14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097280" y="251460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2514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554480" y="2514600"/>
            <a:ext cx="411480" cy="320040"/>
          </a:xfrm>
          <a:prstGeom prst="rect">
            <a:avLst/>
          </a:prstGeom>
          <a:solidFill>
            <a:srgbClr val="C30A14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54480" y="2514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11680" y="251460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2514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468880" y="251460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68880" y="2514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5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926080" y="251460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26080" y="2514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6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383280" y="251460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83280" y="251460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7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0080" y="288036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8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097280" y="288036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9728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9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554480" y="288036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448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011680" y="288036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1168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11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468880" y="288036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12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926080" y="288036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2608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13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383280" y="288036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3280" y="288036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14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0080" y="324612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3246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1097280" y="324612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97280" y="3246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16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1554480" y="324612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554480" y="3246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17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2011680" y="324612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11680" y="3246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18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68880" y="324612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68880" y="3246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19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2926080" y="324612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926080" y="3246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20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383280" y="324612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83280" y="3246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21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40080" y="361188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40080" y="36118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097280" y="361188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97280" y="36118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23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1554480" y="361188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554480" y="36118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24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011680" y="361188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11680" y="36118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25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468880" y="361188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468880" y="36118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26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2926080" y="361188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926080" y="36118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27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3383280" y="361188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3280" y="361188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28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40080" y="397764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0080" y="397764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29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1097280" y="397764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97280" y="397764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30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1554480" y="3977640"/>
            <a:ext cx="411480" cy="3200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554480" y="397764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</a:rPr>
              <a:t>31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754880" y="1097280"/>
            <a:ext cx="3931920" cy="3657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76" name="Text 74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Mappa</a:t>
            </a:r>
            <a:endParaRPr lang="en-US" sz="1400" dirty="0"/>
          </a:p>
        </p:txBody>
      </p:sp>
      <p:sp>
        <p:nvSpPr>
          <p:cNvPr id="77" name="Shape 75"/>
          <p:cNvSpPr/>
          <p:nvPr/>
        </p:nvSpPr>
        <p:spPr>
          <a:xfrm>
            <a:off x="5029200" y="1828800"/>
            <a:ext cx="3566160" cy="2377440"/>
          </a:xfrm>
          <a:prstGeom prst="rect">
            <a:avLst/>
          </a:prstGeom>
          <a:solidFill>
            <a:srgbClr val="1A1A1A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943600" y="2560320"/>
            <a:ext cx="228600" cy="22860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9" name="Shape 77"/>
          <p:cNvSpPr/>
          <p:nvPr/>
        </p:nvSpPr>
        <p:spPr>
          <a:xfrm>
            <a:off x="6583680" y="3017520"/>
            <a:ext cx="228600" cy="22860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80" name="Shape 78"/>
          <p:cNvSpPr/>
          <p:nvPr/>
        </p:nvSpPr>
        <p:spPr>
          <a:xfrm>
            <a:off x="7772400" y="2286000"/>
            <a:ext cx="228600" cy="2286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81" name="Text 79"/>
          <p:cNvSpPr/>
          <p:nvPr/>
        </p:nvSpPr>
        <p:spPr>
          <a:xfrm>
            <a:off x="4937760" y="43891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Navigazione GPS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4937760" y="46634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Cluster view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Ordini &amp; Chat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657600"/>
          </a:xfrm>
          <a:prstGeom prst="rect">
            <a:avLst/>
          </a:prstGeom>
          <a:solidFill>
            <a:srgbClr val="2A2A2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Ordini Ricambi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Ricerca codice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Seleziona quantità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834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Scegli cliente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Imposta urgenza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49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Invia ordine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42062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⏱️ Quick order: &lt;30sec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3931920" cy="36576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8C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Chat Canali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212080" y="2011680"/>
            <a:ext cx="2926080" cy="4572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94960" y="2057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Buongiorno!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651760"/>
            <a:ext cx="2926080" cy="4572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3B7E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26974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Ho un'urgenza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12080" y="3291840"/>
            <a:ext cx="2926080" cy="4572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B0B0B0"/>
                </a:solidFill>
              </a:rPr>
              <a:t>Assegnato a Jacopo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37760" y="42062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8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Real-time chat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 Bot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/vado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828800" y="1280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 urgenza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/incorso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17920" y="1280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 in corso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/risolto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288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Chiudi urgenza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192024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/oggi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Interventi oggi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43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/settimana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settimanale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265176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0" y="27432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/ordine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274320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ordine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74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82880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Stato tecnico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0" y="3383280"/>
            <a:ext cx="3840480" cy="6858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474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Foto+AI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1792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Analizza problema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solidFill>
            <a:srgbClr val="1A1A1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📸 Foto → Gemini AI → Azione Automatica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Notifiche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60020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🔔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Urgenza assegnata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2651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Escalation SLA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3484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📧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38328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Email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Report giornaliero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29000" y="2651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Ordine consegnato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69480" y="1325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✈️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17920" y="17830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88C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2240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Urgenza emergenza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263640" y="26517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Escalation admin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Esercizi Pratici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325880"/>
            <a:ext cx="457200" cy="45720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3716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 urgenza → Assegna → Monitora SLA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846320" y="118872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83480" y="1325880"/>
            <a:ext cx="457200" cy="457200"/>
          </a:xfrm>
          <a:prstGeom prst="ellipse">
            <a:avLst/>
          </a:prstGeom>
          <a:solidFill>
            <a:srgbClr val="3B7EF7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532120" y="13716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Tecnico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0" y="17830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Prendi urgenza → In corso → Risolvi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0088C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2971800"/>
            <a:ext cx="457200" cy="457200"/>
          </a:xfrm>
          <a:prstGeom prst="ellipse">
            <a:avLst/>
          </a:prstGeom>
          <a:solidFill>
            <a:srgbClr val="0088CC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143000" y="3017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88C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Telegram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/vado → /incorso → /risolto con note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2834640"/>
            <a:ext cx="384048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8B5CF6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983480" y="2971800"/>
            <a:ext cx="457200" cy="45720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498348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532120" y="30175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0" y="34290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Piano settimanale con AI Planner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 Tips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Monitora SLA ogni giorno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Crea planner settimanale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3108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Backup configurazioni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3B7EF7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8328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7E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Tecnico Tips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29000" y="1920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Aggiorna status real-time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42900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Foto interventi complete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429000" y="3108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Chat per coordinamento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651760" cy="2926080"/>
          </a:xfrm>
          <a:prstGeom prst="rect">
            <a:avLst/>
          </a:prstGeom>
          <a:solidFill>
            <a:srgbClr val="2A2A2A"/>
          </a:solidFill>
          <a:ln w="12700">
            <a:solidFill>
              <a:srgbClr val="22C55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137160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C55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Tips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63640" y="19202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Check-in mattutini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63640" y="251460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Condividere learnings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63640" y="31089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Feedback continuo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Domande?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📧 Email: support@mrs-lely.it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💬 Telegram: @SyntoniqaBotMRS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Telefono: +39 0522 XXX XXX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Prossimi Passi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32588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3258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463040" y="132588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Accedi alla Platform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63040" y="164592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Admin: https://fieldforcemrser2026.github.io/syntoniqa/admin_v1.html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242316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4231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463040" y="242316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 PWA Mobile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4320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Tecnico: https://fieldforcemrser2026.github.io/syntoniqa/index_v2.html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2A2A2A"/>
          </a:solidFill>
          <a:ln w="12700">
            <a:solidFill>
              <a:srgbClr val="C30A14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5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" y="3520440"/>
            <a:ext cx="640080" cy="640080"/>
          </a:xfrm>
          <a:prstGeom prst="ellipse">
            <a:avLst/>
          </a:prstGeom>
          <a:solidFill>
            <a:srgbClr val="C30A14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Iscriviti Telegram Bot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63040" y="384048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Scrivi /start al bot @SyntoniqaBotMRS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30A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Syntoniqa v1.0 — MRS Lely Center Emilia Romagna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30A1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Grazie!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2026-03-03T06:38:38Z</dcterms:created>
  <dcterms:modified xsi:type="dcterms:W3CDTF">2026-03-03T06:38:38Z</dcterms:modified>
</cp:coreProperties>
</file>