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SYNTONIQA v1.0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Training Session — Field Service Management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MRS Lely Center Emilia Romagna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Marzo 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Agenda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Sessione Admin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Dashboard &amp; Login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Gestione Urgenze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Piano Interventi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AI Planner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Ordini Ricambi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KPI &amp; Analytics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Sessione Tecnico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PWA Mobile Installation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4632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Gestione Urgenze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4632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Telegram Bot Commands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4632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Ordini &amp; Chat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84632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Mappa &amp; Calendario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46320" y="3246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Notifiche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Durata: ~90 minuti (45 + 45 + Q&amp;A)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Panoramica Sistema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28600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Admin Dashboard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SPA Browser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017520" y="1097280"/>
            <a:ext cx="228600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Mobile PWA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00400" y="16002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iOS / Android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577840" y="1097280"/>
            <a:ext cx="228600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Telegram Bot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60720" y="16002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Commands &amp; Notifications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 rot="10800000">
            <a:off x="1371600" y="2651760"/>
            <a:ext cx="137160" cy="182880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3931920" y="2651760"/>
            <a:ext cx="137160" cy="182880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6492240" y="2651760"/>
            <a:ext cx="137160" cy="182880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31546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Cloudflare Worker API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468880" y="35204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8 GET + 89 POST handlers | 2 cron jobs | Telegram webhook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 rot="10800000">
            <a:off x="4572000" y="3977640"/>
            <a:ext cx="137160" cy="182880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20" name="Shape 18"/>
          <p:cNvSpPr/>
          <p:nvPr/>
        </p:nvSpPr>
        <p:spPr>
          <a:xfrm>
            <a:off x="2286000" y="4251960"/>
            <a:ext cx="457200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43434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Supabase PostgreSQL (22 tables)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Login &amp; Dashboard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Login Flow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Username: m.bozzarelli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Password: (stored hashed)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JWT token generated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Session maintained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Token in X-Token header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Dashboard Widgets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783080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Urgenze Aperte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37760" y="2011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12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54880" y="2468880"/>
            <a:ext cx="39319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560320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SLA Compliance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37760" y="2788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94%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3246120"/>
            <a:ext cx="39319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337560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Interventi Oggi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3566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97316"/>
                </a:solidFill>
              </a:rPr>
              <a:t>8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54880" y="4023360"/>
            <a:ext cx="39319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4114800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Stato Tecnici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7760" y="4343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9 attivi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Gestione Urgenze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State Machine Workflow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Aperta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691640" y="1645920"/>
            <a:ext cx="182880" cy="91440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Assegnata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063240" y="1645920"/>
            <a:ext cx="182880" cy="91440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Schedulata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434840" y="1645920"/>
            <a:ext cx="182880" cy="91440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 Corso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806440" y="1645920"/>
            <a:ext cx="182880" cy="91440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Risolta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178040" y="1645920"/>
            <a:ext cx="182880" cy="91440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1463040"/>
            <a:ext cx="109728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1554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Chiusa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Key Actions: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Crea urgenza (nuovo cliente, macchina, priorità)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3063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Assegna tecnico (da lista disponibili)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0080" y="3383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Imposta priorità e SLA config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0080" y="37033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Monitora stato in tempo reale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Escalation automatica se &gt;4h senza inizio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Piano Interventi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Workflow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Pianificato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417320" y="1536192"/>
            <a:ext cx="109728" cy="73152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371600"/>
            <a:ext cx="82296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417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 Corso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331720" y="1536192"/>
            <a:ext cx="109728" cy="73152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0" y="1371600"/>
            <a:ext cx="82296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1417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Completato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1520" y="19202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o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05840" y="19659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Annullato → Pianificato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Creazione Intervento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0080" y="27432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Cliente (seleziona da lista)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" y="30175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Macchina (robot Lely)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Tecnico assegnato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0080" y="35661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Data e ora programmate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80" y="38404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Tipo intervento (manutenzione, guasto)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097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Calendar View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645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Lunedì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49440" y="164592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2 interventi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754880" y="2148840"/>
            <a:ext cx="39319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2240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Martedì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949440" y="224028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3 interventi</a:t>
            </a: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754880" y="2743200"/>
            <a:ext cx="39319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2834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Mercoledì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49440" y="28346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1 intervento</a:t>
            </a: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754880" y="3337560"/>
            <a:ext cx="39319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34290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Giovedì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949440" y="34290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4 interventi</a:t>
            </a: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754880" y="3931920"/>
            <a:ext cx="39319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40233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Venerdì</a:t>
            </a: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49440" y="40233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2 interventi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AI Planner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Ottimizzazione automatica dei piani settimanali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Input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Interventi da pianificare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Disponibilità tecnici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Competenze richieste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Vincoli team (regole)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Ferie &amp; assenze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Veicoli disponibili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337560" y="2834640"/>
            <a:ext cx="182880" cy="109728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6160" y="2468880"/>
            <a:ext cx="20116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2606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Gemini AI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49040" y="2926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Constraint Solver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669280" y="2834640"/>
            <a:ext cx="182880" cy="109728"/>
          </a:xfrm>
          <a:prstGeom prst="triangle">
            <a:avLst/>
          </a:prstGeom>
          <a:solidFill>
            <a:srgbClr val="3B7E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137160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Output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09360" y="1920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Piano ottimizzato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093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Assegnazioni tecniche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09360" y="2743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Routing veicoli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09360" y="3154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Timeline realistico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0936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Risk assessment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0936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Consiglio review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Workflow: Seleziona interventi → Genera piano → Rivedi → Approva → Deploy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Preventive Maintenance Scheduling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Cicli automatici di manutenzione preventiva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Cicli PM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Ogni 500 ore di funzionamento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Controllo mensile ceppi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Ispezione sensori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Pulizia filtri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Test elettrico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Cambio liquidi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530352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508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Gestione Cicli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66160" y="192024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Crea ciclo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66160" y="214884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Seleziona macchina, intervallo, descrizione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Configura trigger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66160" y="288036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Ore, giorni, o manualmente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566160" y="338328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Attiva/Disattiva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566160" y="361188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Abilita automatismo per la macchina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566160" y="411480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Traccia completamento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66160" y="434340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Storico interventi generati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22C55E"/>
                </a:solidFill>
              </a:rPr>
              <a:t>Riduce manutenzione non pianificata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Ordini Ricambi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Lifecycle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77724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Richiesto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37160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371600"/>
            <a:ext cx="77724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41732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Approvato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28600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0" y="1371600"/>
            <a:ext cx="77724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141732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Ordinato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20040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371600"/>
            <a:ext cx="77724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41732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Consegnato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Creazione Ordine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" y="2514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Codice parte / SKU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80" y="2834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Quantità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008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Cliente associato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80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Urgenza (collegata a intervento)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0080" y="3794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Note fornitore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097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Tracking &amp; Notifiche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7760" y="1600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Richiesto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Admin vede nuovo ordine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937760" y="2148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Approvato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92240" y="21488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Ordine inoltrato a fornitore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937760" y="26974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 transito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92240" y="2697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ETA calcolata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937760" y="32461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Consegnato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9224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Tecnico riceve notifica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37760" y="3794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Reminder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92240" y="37947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Se &gt;7gg in "richiesto"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Clienti, Macchine, Automezzi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Gestione dati anagrafici e asset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Clienti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Codice cliente (CLI_xxx)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Nome allevamento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Indirizzo completo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Lat/Lng (geocache)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96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Contatti tecnico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Numero mucche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96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Configurazione Lely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83280" y="137160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Macchine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6616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Codice robot (MAC_xxx)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6616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Tipo (Astronaut, Boumatic)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66160" y="2651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Cliente proprietario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56616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Data installazione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56616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Ore di funzionamento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56616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Ultima manutenzione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6616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Seriale &amp; firmware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309360" y="1371600"/>
            <a:ext cx="237744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1508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Automezzi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92240" y="1920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Codice furgone (FURG_x)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92240" y="22860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Targa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92240" y="2651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Tecnico assegnato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92240" y="3017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Capacità carico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92240" y="3383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Stato (attivo/manutenzione)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KM attuali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92240" y="41148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Prossima revisione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Mappa Operativa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Visualizzazione real-time clienti, tecnici, urgenze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2103120"/>
            <a:ext cx="274320" cy="274320"/>
          </a:xfrm>
          <a:prstGeom prst="ellipse">
            <a:avLst/>
          </a:prstGeom>
          <a:solidFill>
            <a:srgbClr val="C30A1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1828800"/>
            <a:ext cx="274320" cy="274320"/>
          </a:xfrm>
          <a:prstGeom prst="ellipse">
            <a:avLst/>
          </a:prstGeom>
          <a:solidFill>
            <a:srgbClr val="3B7E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2560320"/>
            <a:ext cx="274320" cy="274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3200400"/>
            <a:ext cx="274320" cy="2743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Legenda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182880" cy="1828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9202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Urgenza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26480" y="2377440"/>
            <a:ext cx="182880" cy="1828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23774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Pianificato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126480" y="2834640"/>
            <a:ext cx="182880" cy="1828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8346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Completato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26480" y="3291840"/>
            <a:ext cx="182880" cy="1828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32918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Tecnico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26480" y="37490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Clustering per zona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26480" y="40233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Tap marker → Dettagli cliente + macchina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26480" y="42976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999999"/>
                </a:solidFill>
              </a:rPr>
              <a:t>Powered by Leaflet 1.9.4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KPI &amp; Analytics Dashboard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Interventi/Tecnico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B7EF7"/>
                </a:solidFill>
              </a:rPr>
              <a:t>7.2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medio/sett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0" y="118872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325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SLA Compliance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22C55E"/>
                </a:solidFill>
              </a:rPr>
              <a:t>94%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last 30d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71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Tempo Medio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F97316"/>
                </a:solidFill>
              </a:rPr>
              <a:t>2.3h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per intervento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0" y="283464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971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Urgenze Risolte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75488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30A14"/>
                </a:solidFill>
              </a:rPr>
              <a:t>156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54880" y="374904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questo mese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7200" y="3749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Chart Breakdown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0080" y="41148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Trend settimanale interventi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0080" y="43891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Distribuzione urgenze per priorità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Performance ranking tecnici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Configurazione &amp; Utenti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User Management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Crea nuovo utente (ID, nome, email)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Assegna ruolo (admin, caposquadra, etc)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Configura base/furgone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Attiva/disattiva account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Reset password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Visualizza audit trail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System Configuration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SLA config (intervalli timeout)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3776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Feature toggles (Telegram, AI, ordini)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7760" y="2468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Email templates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Telegram group ID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37760" y="3291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Timezone (Europe/Rome)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937760" y="3703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Brand/white-label config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SESSIONE TECNICO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App Mobile PWA + Telegram Bot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Installazione PWA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Progressive Web App — Funziona su tutti i dispositivi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173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1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7635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Apri link: fieldforcemrser2026.github.io/syntoniqa/index_v2.html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2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51560" y="2194560"/>
            <a:ext cx="7635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Tap menu browser (3 puntini) → "Aggiungi a Home"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7180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3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1560" y="2971800"/>
            <a:ext cx="7635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Conferma nome app → app installata su home screen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74904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4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1560" y="3749040"/>
            <a:ext cx="7635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Apri app → accedi con credenziali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20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Supported: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774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Android Chrome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iOS Safari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80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Desktop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999999"/>
                </a:solidFill>
              </a:rPr>
              <a:t>Offline mode — Prossimamente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Home &amp; Navigazione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Bottom Navigation + Content Sections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Bottom Navigation Tabs: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⌂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463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CCCCC"/>
                </a:solidFill>
              </a:rPr>
              <a:t>Home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103120" y="1783080"/>
            <a:ext cx="146304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8288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⚡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03120" y="2057400"/>
            <a:ext cx="1463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CCCCC"/>
                </a:solidFill>
              </a:rPr>
              <a:t>Urgenze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749040" y="1783080"/>
            <a:ext cx="146304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18288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📅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49040" y="2057400"/>
            <a:ext cx="1463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CCCCC"/>
                </a:solidFill>
              </a:rPr>
              <a:t>Calendario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94960" y="1783080"/>
            <a:ext cx="146304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8288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🗺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94960" y="2057400"/>
            <a:ext cx="1463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CCCCC"/>
                </a:solidFill>
              </a:rPr>
              <a:t>Mappa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7040880" y="1783080"/>
            <a:ext cx="1463040" cy="4572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18288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👤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40880" y="2057400"/>
            <a:ext cx="1463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CCCCC"/>
                </a:solidFill>
              </a:rPr>
              <a:t>Profilo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Home Page Content: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0080" y="2880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Interventi di oggi (numero e lista)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0080" y="3200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Urgenze assegnate con SLA timer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Notifiche recenti (ultimi 5)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Stato personale (in pausa / disponibile)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Pull-to-refresh per aggiornamento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Gestione Urgenze (Mobile)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Workflow Urgenza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6868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Lista urgenze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46304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8" name="Shape 6"/>
          <p:cNvSpPr/>
          <p:nvPr/>
        </p:nvSpPr>
        <p:spPr>
          <a:xfrm>
            <a:off x="1417320" y="1371600"/>
            <a:ext cx="86868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1417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Prendi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42316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371600"/>
            <a:ext cx="86868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1417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In corso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383280" y="1536192"/>
            <a:ext cx="91440" cy="73152"/>
          </a:xfrm>
          <a:prstGeom prst="triangle">
            <a:avLst/>
          </a:prstGeom>
          <a:solidFill>
            <a:srgbClr val="999999"/>
          </a:solidFill>
          <a:ln/>
        </p:spPr>
      </p:sp>
      <p:sp>
        <p:nvSpPr>
          <p:cNvPr id="14" name="Shape 12"/>
          <p:cNvSpPr/>
          <p:nvPr/>
        </p:nvSpPr>
        <p:spPr>
          <a:xfrm>
            <a:off x="3337560" y="1371600"/>
            <a:ext cx="868680" cy="36576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417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Risolto + note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Funzionalità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" y="2514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Real-time notifications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80" y="2834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SLA timer visibile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008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Nota tecnica in risoluzione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80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Foto allegabile (via Telegram)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0080" y="3794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Storico interventi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097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Dettagli Urgenza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7760" y="15544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Cliente: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00800" y="1554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Nome allevamento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937760" y="20116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Macchina: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00800" y="20116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Tipo + ID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937760" y="2468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Priorità: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00800" y="24688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Alta / Media / Bassa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937760" y="2926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Creata: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00800" y="29260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Data e ora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37760" y="3383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Scadenza SLA: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00800" y="33832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Timer con colore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37760" y="38404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Descrizione: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00800" y="3840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Problema segnalato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Calendario &amp; Mappa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Calendario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Vista settimanale interventi pianificati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Colore per stato (pianificato/in corso/completato)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Tap evento → dettagli intervento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Reminder notifiche 1 ora prima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4206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Sincronizzazione con DB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Mappa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Posizione clienti (Leaflet map)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Geolocalizzazione tecnico (se concesso)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37760" y="2926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Clustering per zona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Tap marker → info cliente + nav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37760" y="42062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Colori per stato urgenza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Ordini &amp; Chat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97316"/>
                </a:solidFill>
              </a:rPr>
              <a:t>Ordini Ricambi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Quick create ordine da urgenza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Seleziona parte dal catalogo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Conferma quantità e cliente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Traccia stato (richiesto → consegnato)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4206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Notifica quando disponibile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2344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Chat In-App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Canali per team / per cliente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Messaggistica real-time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37760" y="2926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Invio file e documenti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Notifiche push per nuovi messaggi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37760" y="42062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Sincronizzazione con admin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Telegram Bot Commands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Gestisci urgenze e interventi via Telegram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/stato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Mostra urgenze assegnate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/vado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645920" y="2011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Lista 5 urgenze disponibili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/vado 2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45920" y="2651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Prendi urgenza #2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/incorso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45920" y="3291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Segna urgenza in corso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/risolto NOTE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Chiudi urgenza con note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/oggi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35040" y="1371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Interventi programmati oggi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4632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/settimana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35040" y="2011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Piano settimanale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/ordine COD QT CLI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035040" y="2651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Crea ordine ricambio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463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Foto/testo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35040" y="3291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AI Gemini analizza e crea azione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Notifiche Telegram: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Nuova urgenza → Gruppo TG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Assegnazione → Privato tecnico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0080" y="51663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Escalation &gt;4h → Admin + tecnico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Notifiche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3 canali di comunicazione sincronizzati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📱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Push Notification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Browser/app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008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Immediato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0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In-app alert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91840" y="128016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📧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9184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Email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7472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Via Resend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Template custom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7472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Resume giornalieri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26480" y="1280160"/>
            <a:ext cx="2651760" cy="320040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✈️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2648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Telegram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0936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Privato/Gruppo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0936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Real-time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0936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Emoji status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Trigger Events: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CCCCC"/>
                </a:solidFill>
              </a:rPr>
              <a:t>Nuova urgenza assegnata • SLA warning/critical • Ordine consegnato • Messaggio team chat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Esercizi Pratici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1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05840" y="11430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Admin: Crea Urgenza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Crea un'urgenza, assegnala a un tecnico, monitora lo stato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65760" cy="36576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0574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2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5840" y="20574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Tecnico: Prendi &amp; Risolvi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05840" y="2331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Prendi urgenza via app, segnala in corso, risolvila con note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365760" cy="36576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3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05840" y="29718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Telegram: Comandi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05840" y="32461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Usa /vado per prendere urgenza, /risolto per chiuderla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365760" cy="36576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8862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4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05840" y="38862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Admin: AI Planner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05840" y="41605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999999"/>
                </a:solidFill>
              </a:rPr>
              <a:t>Crea piano settimanale, usa AI Planner, approva risultato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Best Practices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👨‍💼 Admin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Pianifica con anticipo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Usa AI Planner settimanale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Monitora SLA in tempo reale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Setup preventiva manutenzione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234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2C55E"/>
                </a:solidFill>
              </a:rPr>
              <a:t>🔧 Tecnico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74720" y="1645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Installa PWA on home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7472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Usa Telegram per comandi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7472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Update stato in real-time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74720" y="3017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Foto allegata a intervento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26480" y="1097280"/>
            <a:ext cx="25603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234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97316"/>
                </a:solidFill>
              </a:rPr>
              <a:t>👥 Team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Chat per comunicazione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0936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Ordini tempestivi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09360" y="2560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Feedback su interventi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0936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Report settimanale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FFFFFF"/>
                </a:solidFill>
              </a:rPr>
              <a:t>Domande?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Admin: m.bozzarelli@syntoniqa.app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Telegram Group: -5236723213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999999"/>
                </a:solidFill>
              </a:rPr>
              <a:t>Support: support@syntoniqa.app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Riepilogo &amp; Prossimi Passi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B7EF7"/>
                </a:solidFill>
              </a:rPr>
              <a:t>Key Takeaways: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Syntoniqa v1.0 è il sistema FSM completo per MRS Lely Center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Admin dashboard + tecnici PWA + Telegram bot integrati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AI Planner ottimizza piani settimanali automaticamente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Real-time notifications su 3 canali (push, email, TG)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30A14"/>
                </a:solidFill>
              </a:rPr>
              <a:t>Prossimi Passi: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Installare PWA su dispositivi tecnici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Configurare bot Telegram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Training individuale per ruoli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CCCCC"/>
                </a:solidFill>
              </a:rPr>
              <a:t>Primo intervento "live" con supporto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30A14"/>
                </a:solidFill>
              </a:rPr>
              <a:t>Syntoniqa v1.0 — MRS Lely Center Emilia Romagna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3B7EF7"/>
                </a:solidFill>
              </a:rPr>
              <a:t>Grazie!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2026-03-03T00:38:21Z</dcterms:created>
  <dcterms:modified xsi:type="dcterms:W3CDTF">2026-03-03T00:38:21Z</dcterms:modified>
</cp:coreProperties>
</file>